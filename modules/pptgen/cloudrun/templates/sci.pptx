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heme/theme2.xml" ContentType="application/vnd.openxmlformats-officedocument.them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1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09" r:id="rId2"/>
    <p:sldId id="417" r:id="rId3"/>
    <p:sldId id="420" r:id="rId4"/>
    <p:sldId id="414" r:id="rId5"/>
    <p:sldId id="431" r:id="rId6"/>
    <p:sldId id="422" r:id="rId7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DB8"/>
    <a:srgbClr val="8FBA84"/>
    <a:srgbClr val="E8E8E8"/>
    <a:srgbClr val="B89F7A"/>
    <a:srgbClr val="1F74AD"/>
    <a:srgbClr val="254F8F"/>
    <a:srgbClr val="B39B77"/>
    <a:srgbClr val="288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 autoAdjust="0"/>
  </p:normalViewPr>
  <p:slideViewPr>
    <p:cSldViewPr snapToGrid="0">
      <p:cViewPr varScale="1">
        <p:scale>
          <a:sx n="71" d="100"/>
          <a:sy n="71" d="100"/>
        </p:scale>
        <p:origin x="53" y="370"/>
      </p:cViewPr>
      <p:guideLst>
        <p:guide orient="horz" pos="215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359998" cy="3599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CA8EF95-23BE-80C3-E0EE-7C825D86BF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251446-8D39-258F-92C3-0F254A9C458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05771B7B-2697-4644-B719-CBA922AC4F90}" type="datetimeFigureOut">
              <a:rPr lang="zh-CN" altLang="en-US"/>
              <a:pPr>
                <a:defRPr/>
              </a:pPr>
              <a:t>2026/1/16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148" name="幻灯片图像占位符 3">
            <a:extLst>
              <a:ext uri="{FF2B5EF4-FFF2-40B4-BE49-F238E27FC236}">
                <a16:creationId xmlns:a16="http://schemas.microsoft.com/office/drawing/2014/main" id="{B1223C24-F6C7-34A7-A551-B60CA2630DBF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备注占位符 4">
            <a:extLst>
              <a:ext uri="{FF2B5EF4-FFF2-40B4-BE49-F238E27FC236}">
                <a16:creationId xmlns:a16="http://schemas.microsoft.com/office/drawing/2014/main" id="{BAB93B8C-EAFF-F067-DB5E-2C59AABAB0EC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75F5D7-7541-6608-FC9A-0F20CAFEB89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84AE00-2C99-5237-05A0-E0B6C2E24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9FF6C0A5-82AD-4D14-ACB6-79FDFF56C61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05C3645B-DD69-AA00-51FC-DE28C8C9FD5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729C3C57-CFB0-47C3-A53D-DD7C188EF33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69EF8907-A714-AA0D-8F19-DE34F69F69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fld id="{3236E0DC-DEC6-49FA-85BE-DE6C534B151D}" type="slidenum"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pPr/>
              <a:t>2</a:t>
            </a:fld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>
            <a:extLst>
              <a:ext uri="{FF2B5EF4-FFF2-40B4-BE49-F238E27FC236}">
                <a16:creationId xmlns:a16="http://schemas.microsoft.com/office/drawing/2014/main" id="{3162F5F0-5829-DA66-465D-B4161FE1A0E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0723" name="备注占位符 2">
            <a:extLst>
              <a:ext uri="{FF2B5EF4-FFF2-40B4-BE49-F238E27FC236}">
                <a16:creationId xmlns:a16="http://schemas.microsoft.com/office/drawing/2014/main" id="{A3C783D7-A88B-41FB-7FF0-66A734E1867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3345C824-191E-0B06-FD27-E35C8D855F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fld id="{24E94DDC-6B79-432C-AF3B-E091342E7668}" type="slidenum"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pPr/>
              <a:t>6</a:t>
            </a:fld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3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4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3.jpe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image" Target="../media/image1.png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7742A72D-7E92-AC1A-E605-575C917411D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FE418-1692-4835-A118-2709FDDA074B}" type="datetimeFigureOut">
              <a:rPr lang="zh-CN" altLang="en-US"/>
              <a:pPr>
                <a:defRPr/>
              </a:pPr>
              <a:t>2026/1/16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FF758E1A-042E-EAED-F7DF-39D1DFCB1D46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FBB0E68D-F7C0-D704-9EEF-91FF8EB68F3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70B1DB-263A-41DB-A481-3E7601FD3F7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891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bg bwMode="auto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021">
            <a:extLst>
              <a:ext uri="{FF2B5EF4-FFF2-40B4-BE49-F238E27FC236}">
                <a16:creationId xmlns:a16="http://schemas.microsoft.com/office/drawing/2014/main" id="{1C4D7825-580E-C2CC-3ABD-29D7A104D9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276225"/>
            <a:ext cx="2376488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任意多边形 6">
            <a:extLst>
              <a:ext uri="{FF2B5EF4-FFF2-40B4-BE49-F238E27FC236}">
                <a16:creationId xmlns:a16="http://schemas.microsoft.com/office/drawing/2014/main" id="{0811A376-82ED-81FD-E993-E4387D6995D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4878388" y="0"/>
            <a:ext cx="7313612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rgbClr val="254F8F">
              <a:alpha val="10000"/>
            </a:srgbClr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endParaRPr lang="zh-CN" altLang="en-US" noProof="1"/>
          </a:p>
        </p:txBody>
      </p:sp>
      <p:pic>
        <p:nvPicPr>
          <p:cNvPr id="4" name="图片 9" descr="005">
            <a:extLst>
              <a:ext uri="{FF2B5EF4-FFF2-40B4-BE49-F238E27FC236}">
                <a16:creationId xmlns:a16="http://schemas.microsoft.com/office/drawing/2014/main" id="{3C5D0E90-6B9E-8BB9-CDA0-AE2ACC16E2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450" y="2012950"/>
            <a:ext cx="2674938" cy="268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日期占位符 2">
            <a:extLst>
              <a:ext uri="{FF2B5EF4-FFF2-40B4-BE49-F238E27FC236}">
                <a16:creationId xmlns:a16="http://schemas.microsoft.com/office/drawing/2014/main" id="{046FE9C0-0DAD-78C9-B7F1-FAA91F0909B5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475" y="6350000"/>
            <a:ext cx="2700338" cy="315913"/>
          </a:xfrm>
        </p:spPr>
        <p:txBody>
          <a:bodyPr wrap="square"/>
          <a:lstStyle>
            <a:lvl1pPr>
              <a:defRPr smtClean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6AC25211-638E-4F7B-8932-1FDE94A4A65C}" type="datetimeFigureOut">
              <a:rPr lang="zh-CN" altLang="en-US"/>
              <a:pPr>
                <a:defRPr/>
              </a:pPr>
              <a:t>2026/1/16</a:t>
            </a:fld>
            <a:endParaRPr lang="zh-CN" altLang="en-US"/>
          </a:p>
        </p:txBody>
      </p:sp>
      <p:sp>
        <p:nvSpPr>
          <p:cNvPr id="6" name="页脚占位符 3">
            <a:extLst>
              <a:ext uri="{FF2B5EF4-FFF2-40B4-BE49-F238E27FC236}">
                <a16:creationId xmlns:a16="http://schemas.microsoft.com/office/drawing/2014/main" id="{4C833C43-FE55-6A22-2ADC-C3F1A6D1EE9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388" y="6350000"/>
            <a:ext cx="3959225" cy="315913"/>
          </a:xfrm>
        </p:spPr>
        <p:txBody>
          <a:bodyPr wrap="square"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DDB0EF55-11AE-E29A-3C8A-33D2AFC61C0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0000"/>
            <a:ext cx="2700338" cy="315913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14E1D90-DCCD-43C9-9EBB-7AC137639EE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538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021">
            <a:extLst>
              <a:ext uri="{FF2B5EF4-FFF2-40B4-BE49-F238E27FC236}">
                <a16:creationId xmlns:a16="http://schemas.microsoft.com/office/drawing/2014/main" id="{CC9594CE-B3D4-F77B-C944-301AECB1D7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3413" y="276225"/>
            <a:ext cx="2376487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任意多边形 10">
            <a:extLst>
              <a:ext uri="{FF2B5EF4-FFF2-40B4-BE49-F238E27FC236}">
                <a16:creationId xmlns:a16="http://schemas.microsoft.com/office/drawing/2014/main" id="{A39EF579-7BCB-E79D-B823-74BF0EA0F59D}"/>
              </a:ext>
            </a:extLst>
          </p:cNvPr>
          <p:cNvSpPr/>
          <p:nvPr userDrawn="1"/>
        </p:nvSpPr>
        <p:spPr>
          <a:xfrm>
            <a:off x="0" y="0"/>
            <a:ext cx="6180138" cy="6858000"/>
          </a:xfrm>
          <a:custGeom>
            <a:avLst/>
            <a:gdLst>
              <a:gd name="connsiteX0" fmla="*/ 0 w 9732"/>
              <a:gd name="connsiteY0" fmla="*/ 0 h 10801"/>
              <a:gd name="connsiteX1" fmla="*/ 9732 w 9732"/>
              <a:gd name="connsiteY1" fmla="*/ 0 h 10801"/>
              <a:gd name="connsiteX2" fmla="*/ 6730 w 9732"/>
              <a:gd name="connsiteY2" fmla="*/ 10787 h 10801"/>
              <a:gd name="connsiteX3" fmla="*/ 0 w 9732"/>
              <a:gd name="connsiteY3" fmla="*/ 10801 h 10801"/>
              <a:gd name="connsiteX4" fmla="*/ 0 w 9732"/>
              <a:gd name="connsiteY4" fmla="*/ 0 h 10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32" h="10801">
                <a:moveTo>
                  <a:pt x="0" y="0"/>
                </a:moveTo>
                <a:lnTo>
                  <a:pt x="9732" y="0"/>
                </a:lnTo>
                <a:lnTo>
                  <a:pt x="6730" y="10787"/>
                </a:lnTo>
                <a:lnTo>
                  <a:pt x="0" y="10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pic>
        <p:nvPicPr>
          <p:cNvPr id="4" name="图片 2" descr="02">
            <a:extLst>
              <a:ext uri="{FF2B5EF4-FFF2-40B4-BE49-F238E27FC236}">
                <a16:creationId xmlns:a16="http://schemas.microsoft.com/office/drawing/2014/main" id="{2061C83F-F9A0-FED0-801A-6133301ABD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357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6856413" y="4050665"/>
            <a:ext cx="2011680" cy="40894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342900" marR="0" indent="-342900" algn="l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1600" b="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6856413" y="4525645"/>
            <a:ext cx="2011680" cy="40894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342900" marR="0" indent="-342900" algn="l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1600" b="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4"/>
          </p:nvPr>
        </p:nvSpPr>
        <p:spPr>
          <a:xfrm>
            <a:off x="6856413" y="3300095"/>
            <a:ext cx="4352290" cy="370205"/>
          </a:xfrm>
        </p:spPr>
        <p:txBody>
          <a:bodyPr lIns="0" tIns="0" rIns="0" bIns="0">
            <a:normAutofit/>
          </a:bodyPr>
          <a:lstStyle>
            <a:lvl1pPr marL="457200" marR="0" indent="-457200" algn="l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0" name="标题 9"/>
          <p:cNvSpPr>
            <a:spLocks noGrp="1"/>
          </p:cNvSpPr>
          <p:nvPr>
            <p:ph type="title" idx="13"/>
          </p:nvPr>
        </p:nvSpPr>
        <p:spPr>
          <a:xfrm>
            <a:off x="6848793" y="1923415"/>
            <a:ext cx="4359910" cy="117221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6600"/>
              <a:buFont typeface="Arial" panose="020B0604020202020204" pitchFamily="34" charset="0"/>
              <a:buNone/>
              <a:defRPr sz="6600" b="0" spc="700">
                <a:solidFill>
                  <a:schemeClr val="tx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107DE694-B3CB-C0C7-B4C7-D273B163BAD0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"/>
            </p:custDataLst>
          </p:nvPr>
        </p:nvSpPr>
        <p:spPr>
          <a:xfrm>
            <a:off x="879475" y="6350000"/>
            <a:ext cx="2700338" cy="315913"/>
          </a:xfrm>
        </p:spPr>
        <p:txBody>
          <a:bodyPr wrap="square"/>
          <a:lstStyle>
            <a:lvl1pPr>
              <a:defRPr smtClean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34892557-AECC-48F1-B142-DF29CE2C137B}" type="datetimeFigureOut">
              <a:rPr lang="zh-CN" altLang="en-US"/>
              <a:pPr>
                <a:defRPr/>
              </a:pPr>
              <a:t>2026/1/16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A2B8CD4-37EF-E017-C320-BC90D3D6141F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2"/>
            </p:custDataLst>
          </p:nvPr>
        </p:nvSpPr>
        <p:spPr>
          <a:xfrm>
            <a:off x="4116388" y="6350000"/>
            <a:ext cx="3959225" cy="315913"/>
          </a:xfrm>
        </p:spPr>
        <p:txBody>
          <a:bodyPr wrap="square"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4ED4D40A-7D49-4E25-4DA4-C1B00803880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3"/>
            </p:custDataLst>
          </p:nvPr>
        </p:nvSpPr>
        <p:spPr>
          <a:xfrm>
            <a:off x="8610600" y="6350000"/>
            <a:ext cx="2700338" cy="315913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72394F8-3292-4F37-8D92-ABD058F5BF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836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6" descr="003">
            <a:extLst>
              <a:ext uri="{FF2B5EF4-FFF2-40B4-BE49-F238E27FC236}">
                <a16:creationId xmlns:a16="http://schemas.microsoft.com/office/drawing/2014/main" id="{C398EC6C-4ACE-10D5-7F1F-8BD9BCAA84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4650"/>
            <a:ext cx="121920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56DF6D4-1C49-0AEB-F3E2-27111DCD6969}"/>
              </a:ext>
            </a:extLst>
          </p:cNvPr>
          <p:cNvSpPr/>
          <p:nvPr userDrawn="1"/>
        </p:nvSpPr>
        <p:spPr>
          <a:xfrm>
            <a:off x="10172700" y="501650"/>
            <a:ext cx="1905000" cy="504825"/>
          </a:xfrm>
          <a:prstGeom prst="rect">
            <a:avLst/>
          </a:prstGeom>
          <a:solidFill>
            <a:srgbClr val="B39B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pic>
        <p:nvPicPr>
          <p:cNvPr id="6" name="图片 8" descr="018">
            <a:extLst>
              <a:ext uri="{FF2B5EF4-FFF2-40B4-BE49-F238E27FC236}">
                <a16:creationId xmlns:a16="http://schemas.microsoft.com/office/drawing/2014/main" id="{3F17C449-DFBD-A872-8155-90A61D211E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088" y="541338"/>
            <a:ext cx="180022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384810"/>
            <a:ext cx="6873875" cy="705485"/>
          </a:xfrm>
        </p:spPr>
        <p:txBody>
          <a:bodyPr lIns="90000" tIns="46800" rIns="90000" bIns="46800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184A1C2A-6236-4301-3ED3-67C4D928D76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DB503CD-C9D3-4FBD-9485-8B2BF4E681AF}" type="datetimeFigureOut">
              <a:rPr lang="zh-CN" altLang="en-US"/>
              <a:pPr>
                <a:defRPr/>
              </a:pPr>
              <a:t>2026/1/16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153AFB9B-4ABA-4B59-C192-693B3864CE9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39DBF979-FC17-0EB3-F848-835CD3A961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C0D45E3-B42B-415F-9A9E-777059FBBB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55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5" descr="021">
            <a:extLst>
              <a:ext uri="{FF2B5EF4-FFF2-40B4-BE49-F238E27FC236}">
                <a16:creationId xmlns:a16="http://schemas.microsoft.com/office/drawing/2014/main" id="{8E8EC27B-149C-9C2D-7AE8-4E4CA1C46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3413" y="276225"/>
            <a:ext cx="2376487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9">
            <a:extLst>
              <a:ext uri="{FF2B5EF4-FFF2-40B4-BE49-F238E27FC236}">
                <a16:creationId xmlns:a16="http://schemas.microsoft.com/office/drawing/2014/main" id="{2210EC7F-9592-BE54-21FE-C68CFA10B677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0" y="0"/>
            <a:ext cx="12193588" cy="6864350"/>
            <a:chOff x="0" y="0"/>
            <a:chExt cx="12193658" cy="6864872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2C2CDE0B-D39A-68FA-C2CF-4655A18E14B2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 rot="5400000">
              <a:off x="10383038" y="5049490"/>
              <a:ext cx="1855928" cy="1762135"/>
            </a:xfrm>
            <a:custGeom>
              <a:avLst/>
              <a:gdLst>
                <a:gd name="connsiteX0" fmla="*/ 0 w 1855662"/>
                <a:gd name="connsiteY0" fmla="*/ 0 h 1761389"/>
                <a:gd name="connsiteX1" fmla="*/ 1855662 w 1855662"/>
                <a:gd name="connsiteY1" fmla="*/ 0 h 1761389"/>
                <a:gd name="connsiteX2" fmla="*/ 1855662 w 1855662"/>
                <a:gd name="connsiteY2" fmla="*/ 1761389 h 1761389"/>
                <a:gd name="connsiteX3" fmla="*/ 0 w 1855662"/>
                <a:gd name="connsiteY3" fmla="*/ 0 h 1761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5662" h="1761389">
                  <a:moveTo>
                    <a:pt x="0" y="0"/>
                  </a:moveTo>
                  <a:lnTo>
                    <a:pt x="1855662" y="0"/>
                  </a:lnTo>
                  <a:lnTo>
                    <a:pt x="1855662" y="1761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DB8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B32860E2-AFE8-C178-08AD-7C883031B3E9}"/>
                </a:ext>
              </a:extLst>
            </p:cNvPr>
            <p:cNvSpPr/>
            <p:nvPr userDrawn="1">
              <p:custDataLst>
                <p:tags r:id="rId8"/>
              </p:custDataLst>
            </p:nvPr>
          </p:nvSpPr>
          <p:spPr>
            <a:xfrm rot="5400000">
              <a:off x="8470022" y="3141235"/>
              <a:ext cx="3797589" cy="3649684"/>
            </a:xfrm>
            <a:custGeom>
              <a:avLst/>
              <a:gdLst>
                <a:gd name="connsiteX0" fmla="*/ 0 w 3797460"/>
                <a:gd name="connsiteY0" fmla="*/ 0 h 3649926"/>
                <a:gd name="connsiteX1" fmla="*/ 1965187 w 3797460"/>
                <a:gd name="connsiteY1" fmla="*/ 0 h 3649926"/>
                <a:gd name="connsiteX2" fmla="*/ 3797460 w 3797460"/>
                <a:gd name="connsiteY2" fmla="*/ 1761089 h 3649926"/>
                <a:gd name="connsiteX3" fmla="*/ 3797460 w 3797460"/>
                <a:gd name="connsiteY3" fmla="*/ 3649926 h 3649926"/>
                <a:gd name="connsiteX4" fmla="*/ 0 w 3797460"/>
                <a:gd name="connsiteY4" fmla="*/ 0 h 3649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460" h="3649926">
                  <a:moveTo>
                    <a:pt x="0" y="0"/>
                  </a:moveTo>
                  <a:lnTo>
                    <a:pt x="1965187" y="0"/>
                  </a:lnTo>
                  <a:lnTo>
                    <a:pt x="3797460" y="1761089"/>
                  </a:lnTo>
                  <a:lnTo>
                    <a:pt x="3797460" y="3649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9F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71E66142-8773-54C3-D91A-3D559D348C16}"/>
                </a:ext>
              </a:extLst>
            </p:cNvPr>
            <p:cNvSpPr/>
            <p:nvPr userDrawn="1">
              <p:custDataLst>
                <p:tags r:id="rId9"/>
              </p:custDataLst>
            </p:nvPr>
          </p:nvSpPr>
          <p:spPr>
            <a:xfrm>
              <a:off x="8585249" y="5164531"/>
              <a:ext cx="3606821" cy="1149437"/>
            </a:xfrm>
            <a:custGeom>
              <a:avLst/>
              <a:gdLst>
                <a:gd name="connsiteX0" fmla="*/ 1111905 w 3606800"/>
                <a:gd name="connsiteY0" fmla="*/ 0 h 1150790"/>
                <a:gd name="connsiteX1" fmla="*/ 3606800 w 3606800"/>
                <a:gd name="connsiteY1" fmla="*/ 0 h 1150790"/>
                <a:gd name="connsiteX2" fmla="*/ 3606800 w 3606800"/>
                <a:gd name="connsiteY2" fmla="*/ 1150790 h 1150790"/>
                <a:gd name="connsiteX3" fmla="*/ 0 w 3606800"/>
                <a:gd name="connsiteY3" fmla="*/ 1150790 h 1150790"/>
                <a:gd name="connsiteX4" fmla="*/ 1111905 w 3606800"/>
                <a:gd name="connsiteY4" fmla="*/ 0 h 1150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6800" h="1150790">
                  <a:moveTo>
                    <a:pt x="1111905" y="0"/>
                  </a:moveTo>
                  <a:lnTo>
                    <a:pt x="3606800" y="0"/>
                  </a:lnTo>
                  <a:lnTo>
                    <a:pt x="3606800" y="1150790"/>
                  </a:lnTo>
                  <a:lnTo>
                    <a:pt x="0" y="1150790"/>
                  </a:lnTo>
                  <a:lnTo>
                    <a:pt x="1111905" y="0"/>
                  </a:lnTo>
                  <a:close/>
                </a:path>
              </a:pathLst>
            </a:custGeom>
            <a:solidFill>
              <a:srgbClr val="006D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D8826429-7CEA-5F90-7AAA-19611C11549E}"/>
                </a:ext>
              </a:extLst>
            </p:cNvPr>
            <p:cNvSpPr/>
            <p:nvPr userDrawn="1">
              <p:custDataLst>
                <p:tags r:id="rId10"/>
              </p:custDataLst>
            </p:nvPr>
          </p:nvSpPr>
          <p:spPr>
            <a:xfrm>
              <a:off x="0" y="0"/>
              <a:ext cx="3729059" cy="3637240"/>
            </a:xfrm>
            <a:custGeom>
              <a:avLst/>
              <a:gdLst>
                <a:gd name="connsiteX0" fmla="*/ 0 w 3728443"/>
                <a:gd name="connsiteY0" fmla="*/ 0 h 3636534"/>
                <a:gd name="connsiteX1" fmla="*/ 3728443 w 3728443"/>
                <a:gd name="connsiteY1" fmla="*/ 0 h 3636534"/>
                <a:gd name="connsiteX2" fmla="*/ 3728443 w 3728443"/>
                <a:gd name="connsiteY2" fmla="*/ 67229 h 3636534"/>
                <a:gd name="connsiteX3" fmla="*/ 159138 w 3728443"/>
                <a:gd name="connsiteY3" fmla="*/ 3636534 h 3636534"/>
                <a:gd name="connsiteX4" fmla="*/ 159138 w 3728443"/>
                <a:gd name="connsiteY4" fmla="*/ 3621697 h 3636534"/>
                <a:gd name="connsiteX5" fmla="*/ 0 w 3728443"/>
                <a:gd name="connsiteY5" fmla="*/ 3621697 h 3636534"/>
                <a:gd name="connsiteX6" fmla="*/ 0 w 3728443"/>
                <a:gd name="connsiteY6" fmla="*/ 0 h 3636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8443" h="3636534">
                  <a:moveTo>
                    <a:pt x="0" y="0"/>
                  </a:moveTo>
                  <a:lnTo>
                    <a:pt x="3728443" y="0"/>
                  </a:lnTo>
                  <a:lnTo>
                    <a:pt x="3728443" y="67229"/>
                  </a:lnTo>
                  <a:lnTo>
                    <a:pt x="159138" y="3636534"/>
                  </a:lnTo>
                  <a:lnTo>
                    <a:pt x="159138" y="3621697"/>
                  </a:lnTo>
                  <a:lnTo>
                    <a:pt x="0" y="3621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B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D4FC0950-BA16-74D9-51BD-D9FF8A6EF123}"/>
                </a:ext>
              </a:extLst>
            </p:cNvPr>
            <p:cNvSpPr/>
            <p:nvPr userDrawn="1">
              <p:custDataLst>
                <p:tags r:id="rId11"/>
              </p:custDataLst>
            </p:nvPr>
          </p:nvSpPr>
          <p:spPr>
            <a:xfrm>
              <a:off x="1588" y="258783"/>
              <a:ext cx="4473601" cy="1151025"/>
            </a:xfrm>
            <a:custGeom>
              <a:avLst/>
              <a:gdLst>
                <a:gd name="connsiteX0" fmla="*/ 0 w 4472940"/>
                <a:gd name="connsiteY0" fmla="*/ 0 h 1150790"/>
                <a:gd name="connsiteX1" fmla="*/ 4472940 w 4472940"/>
                <a:gd name="connsiteY1" fmla="*/ 0 h 1150790"/>
                <a:gd name="connsiteX2" fmla="*/ 3361035 w 4472940"/>
                <a:gd name="connsiteY2" fmla="*/ 1150790 h 1150790"/>
                <a:gd name="connsiteX3" fmla="*/ 0 w 4472940"/>
                <a:gd name="connsiteY3" fmla="*/ 1150790 h 1150790"/>
                <a:gd name="connsiteX4" fmla="*/ 0 w 4472940"/>
                <a:gd name="connsiteY4" fmla="*/ 0 h 1150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72940" h="1150790">
                  <a:moveTo>
                    <a:pt x="0" y="0"/>
                  </a:moveTo>
                  <a:lnTo>
                    <a:pt x="4472940" y="0"/>
                  </a:lnTo>
                  <a:lnTo>
                    <a:pt x="3361035" y="1150790"/>
                  </a:lnTo>
                  <a:lnTo>
                    <a:pt x="0" y="11507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D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</p:grp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E9E4699-68AA-AC6B-47DA-C0614A84C5B1}"/>
              </a:ext>
            </a:extLst>
          </p:cNvPr>
          <p:cNvCxnSpPr/>
          <p:nvPr userDrawn="1">
            <p:custDataLst>
              <p:tags r:id="rId2"/>
            </p:custDataLst>
          </p:nvPr>
        </p:nvCxnSpPr>
        <p:spPr>
          <a:xfrm>
            <a:off x="3106738" y="4746625"/>
            <a:ext cx="5978525" cy="0"/>
          </a:xfrm>
          <a:prstGeom prst="line">
            <a:avLst/>
          </a:prstGeom>
          <a:ln w="25400">
            <a:solidFill>
              <a:srgbClr val="006D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F4ACCAF-8932-FE0A-F33B-B813A32482EA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3106738" y="2197100"/>
            <a:ext cx="5978525" cy="0"/>
          </a:xfrm>
          <a:prstGeom prst="line">
            <a:avLst/>
          </a:prstGeom>
          <a:ln w="25400">
            <a:solidFill>
              <a:srgbClr val="006D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idx="13"/>
          </p:nvPr>
        </p:nvSpPr>
        <p:spPr>
          <a:xfrm>
            <a:off x="3201036" y="2496502"/>
            <a:ext cx="5789930" cy="1398905"/>
          </a:xfrm>
        </p:spPr>
        <p:txBody>
          <a:bodyPr lIns="91440" tIns="45720" rIns="91440" bIns="45720" rtlCol="0" anchor="b">
            <a:normAutofit/>
          </a:bodyPr>
          <a:lstStyle>
            <a:lvl1pPr algn="ctr">
              <a:defRPr lang="zh-CN" altLang="en-US" sz="8000" b="0" spc="1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4"/>
          </p:nvPr>
        </p:nvSpPr>
        <p:spPr>
          <a:xfrm>
            <a:off x="3201036" y="4003049"/>
            <a:ext cx="5789930" cy="476560"/>
          </a:xfrm>
        </p:spPr>
        <p:txBody>
          <a:bodyPr lIns="91440" tIns="45720" rIns="91440" bIns="45720" rtlCol="0">
            <a:normAutofit/>
          </a:bodyPr>
          <a:lstStyle>
            <a:lvl1pPr marL="0" indent="0" algn="ctr">
              <a:buNone/>
              <a:defRPr lang="zh-CN" altLang="en-US" sz="2000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3" name="日期占位符 2">
            <a:extLst>
              <a:ext uri="{FF2B5EF4-FFF2-40B4-BE49-F238E27FC236}">
                <a16:creationId xmlns:a16="http://schemas.microsoft.com/office/drawing/2014/main" id="{573D006D-8466-0ACB-EA1F-E69AC5603B57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4"/>
            </p:custDataLst>
          </p:nvPr>
        </p:nvSpPr>
        <p:spPr/>
        <p:txBody>
          <a:bodyPr wrap="square"/>
          <a:lstStyle>
            <a:lvl1pPr>
              <a:defRPr smtClean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417EBE2-F9A2-4F75-954D-0E158B20311C}" type="datetimeFigureOut">
              <a:rPr lang="zh-CN" altLang="en-US"/>
              <a:pPr>
                <a:defRPr/>
              </a:pPr>
              <a:t>2026/1/16</a:t>
            </a:fld>
            <a:endParaRPr lang="zh-CN" altLang="en-US"/>
          </a:p>
        </p:txBody>
      </p:sp>
      <p:sp>
        <p:nvSpPr>
          <p:cNvPr id="14" name="页脚占位符 3">
            <a:extLst>
              <a:ext uri="{FF2B5EF4-FFF2-40B4-BE49-F238E27FC236}">
                <a16:creationId xmlns:a16="http://schemas.microsoft.com/office/drawing/2014/main" id="{7D6F5216-DB95-F232-B664-C32BF6CFC5D2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5"/>
            </p:custDataLst>
          </p:nvPr>
        </p:nvSpPr>
        <p:spPr/>
        <p:txBody>
          <a:bodyPr wrap="square"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8FC29359-6DC1-7E25-9203-FC43F43DA2E8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6"/>
            </p:custDataLst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E095650-DBB9-4163-9B29-A020DEE4DB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767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958A5FC6-B845-D0A7-40F1-EAEB5C572D28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8"/>
            </p:custDataLst>
          </p:nvPr>
        </p:nvSpPr>
        <p:spPr bwMode="auto">
          <a:xfrm>
            <a:off x="608013" y="608013"/>
            <a:ext cx="10969625" cy="706437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715215C1-34FD-B3E2-48FD-7E2F7B510073}"/>
              </a:ext>
            </a:extLst>
          </p:cNvPr>
          <p:cNvSpPr>
            <a:spLocks noGrp="1" noChangeArrowheads="1"/>
          </p:cNvSpPr>
          <p:nvPr>
            <p:ph type="body" idx="4294967295"/>
            <p:custDataLst>
              <p:tags r:id="rId9"/>
            </p:custDataLst>
          </p:nvPr>
        </p:nvSpPr>
        <p:spPr bwMode="auto">
          <a:xfrm>
            <a:off x="608013" y="1490663"/>
            <a:ext cx="10969625" cy="475932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7F263D-3D20-7860-E427-BF7AB28B5818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fontAlgn="auto" hangingPunct="1">
              <a:defRPr sz="1000" baseline="0" noProof="1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A4D49315-58EF-42FC-9E55-E46355706E33}" type="datetimeFigureOut">
              <a:rPr lang="zh-CN" altLang="en-US"/>
              <a:pPr>
                <a:defRPr/>
              </a:pPr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6B22AA-4D08-312D-A4D0-63BF91F2FE91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fontAlgn="auto" hangingPunct="1">
              <a:defRPr sz="1000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25635D-023E-ED4A-B964-DD21110D0C4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eaLnBrk="1" hangingPunct="1">
              <a:defRPr sz="10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4C1E3E3-BC6B-4587-8AF8-1A1EAC25E25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 spc="300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pitchFamily="2" charset="2"/>
        <a:buChar char=""/>
        <a:defRPr sz="14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18" Type="http://schemas.openxmlformats.org/officeDocument/2006/relationships/tags" Target="../tags/tag49.xml"/><Relationship Id="rId3" Type="http://schemas.openxmlformats.org/officeDocument/2006/relationships/tags" Target="../tags/tag34.xml"/><Relationship Id="rId21" Type="http://schemas.openxmlformats.org/officeDocument/2006/relationships/tags" Target="../tags/tag52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tags" Target="../tags/tag48.xml"/><Relationship Id="rId2" Type="http://schemas.openxmlformats.org/officeDocument/2006/relationships/tags" Target="../tags/tag33.xml"/><Relationship Id="rId16" Type="http://schemas.openxmlformats.org/officeDocument/2006/relationships/tags" Target="../tags/tag47.xml"/><Relationship Id="rId20" Type="http://schemas.openxmlformats.org/officeDocument/2006/relationships/tags" Target="../tags/tag51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24" Type="http://schemas.openxmlformats.org/officeDocument/2006/relationships/notesSlide" Target="../notesSlides/notesSlide1.xml"/><Relationship Id="rId5" Type="http://schemas.openxmlformats.org/officeDocument/2006/relationships/tags" Target="../tags/tag36.xml"/><Relationship Id="rId15" Type="http://schemas.openxmlformats.org/officeDocument/2006/relationships/tags" Target="../tags/tag46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41.xml"/><Relationship Id="rId19" Type="http://schemas.openxmlformats.org/officeDocument/2006/relationships/tags" Target="../tags/tag50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tags" Target="../tags/tag45.xml"/><Relationship Id="rId22" Type="http://schemas.openxmlformats.org/officeDocument/2006/relationships/tags" Target="../tags/tag5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9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1" descr="021">
            <a:extLst>
              <a:ext uri="{FF2B5EF4-FFF2-40B4-BE49-F238E27FC236}">
                <a16:creationId xmlns:a16="http://schemas.microsoft.com/office/drawing/2014/main" id="{872494B3-0858-E436-B603-A5A80185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4675" y="185738"/>
            <a:ext cx="2374900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图片 4" descr="未命名 -2">
            <a:extLst>
              <a:ext uri="{FF2B5EF4-FFF2-40B4-BE49-F238E27FC236}">
                <a16:creationId xmlns:a16="http://schemas.microsoft.com/office/drawing/2014/main" id="{3074B536-31F1-A699-D752-43DDE48B15D5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1225"/>
            <a:ext cx="12193588" cy="469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标题 23">
            <a:extLst>
              <a:ext uri="{FF2B5EF4-FFF2-40B4-BE49-F238E27FC236}">
                <a16:creationId xmlns:a16="http://schemas.microsoft.com/office/drawing/2014/main" id="{0BCAB903-A11A-93F0-098F-46E93E9260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4513" y="1273175"/>
            <a:ext cx="6103937" cy="909638"/>
          </a:xfrm>
        </p:spPr>
        <p:txBody>
          <a:bodyPr>
            <a:normAutofit fontScale="90000"/>
          </a:bodyPr>
          <a:lstStyle/>
          <a:p>
            <a:pPr eaLnBrk="1" fontAlgn="auto" hangingPunct="1">
              <a:defRPr/>
            </a:pPr>
            <a:r>
              <a:rPr lang="zh-CN" altLang="en-US" sz="4800" noProof="1">
                <a:solidFill>
                  <a:schemeClr val="bg1"/>
                </a:solidFill>
              </a:rPr>
              <a:t>材料与化学学院宣讲会</a:t>
            </a:r>
          </a:p>
        </p:txBody>
      </p:sp>
      <p:sp>
        <p:nvSpPr>
          <p:cNvPr id="7173" name="标题 23">
            <a:extLst>
              <a:ext uri="{FF2B5EF4-FFF2-40B4-BE49-F238E27FC236}">
                <a16:creationId xmlns:a16="http://schemas.microsoft.com/office/drawing/2014/main" id="{C2B07982-2E64-54B5-3099-8EAE92958BC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44513" y="2300288"/>
            <a:ext cx="5651500" cy="90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en-US" altLang="zh-CN" sz="2700" b="1">
                <a:solidFill>
                  <a:schemeClr val="bg1"/>
                </a:solidFill>
              </a:rPr>
              <a:t>CHINA NUIVERSITY OF </a:t>
            </a:r>
          </a:p>
          <a:p>
            <a:pPr eaLnBrk="1" hangingPunct="1"/>
            <a:r>
              <a:rPr lang="en-US" altLang="zh-CN" sz="2700" b="1">
                <a:solidFill>
                  <a:schemeClr val="bg1"/>
                </a:solidFill>
              </a:rPr>
              <a:t>GEOSCIENCES</a:t>
            </a:r>
          </a:p>
        </p:txBody>
      </p:sp>
      <p:sp>
        <p:nvSpPr>
          <p:cNvPr id="7174" name="标题 23">
            <a:extLst>
              <a:ext uri="{FF2B5EF4-FFF2-40B4-BE49-F238E27FC236}">
                <a16:creationId xmlns:a16="http://schemas.microsoft.com/office/drawing/2014/main" id="{5E4984BA-B726-2F99-6342-ADC26D753E8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65150" y="5056188"/>
            <a:ext cx="2560638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1400">
                <a:solidFill>
                  <a:schemeClr val="bg1"/>
                </a:solidFill>
              </a:rPr>
              <a:t>XXXX</a:t>
            </a:r>
            <a:r>
              <a:rPr lang="zh-CN" altLang="en-US" sz="1400">
                <a:solidFill>
                  <a:schemeClr val="bg1"/>
                </a:solidFill>
              </a:rPr>
              <a:t>年</a:t>
            </a:r>
            <a:r>
              <a:rPr lang="en-US" altLang="zh-CN" sz="1400">
                <a:solidFill>
                  <a:schemeClr val="bg1"/>
                </a:solidFill>
              </a:rPr>
              <a:t>XX</a:t>
            </a:r>
            <a:r>
              <a:rPr lang="zh-CN" altLang="en-US" sz="1400">
                <a:solidFill>
                  <a:schemeClr val="bg1"/>
                </a:solidFill>
              </a:rPr>
              <a:t>月</a:t>
            </a:r>
            <a:r>
              <a:rPr lang="en-US" altLang="zh-CN" sz="1400">
                <a:solidFill>
                  <a:schemeClr val="bg1"/>
                </a:solidFill>
              </a:rPr>
              <a:t>XX</a:t>
            </a:r>
            <a:r>
              <a:rPr lang="zh-CN" altLang="en-US" sz="1400">
                <a:solidFill>
                  <a:schemeClr val="bg1"/>
                </a:solidFill>
              </a:rPr>
              <a:t>日</a:t>
            </a:r>
          </a:p>
        </p:txBody>
      </p:sp>
      <p:sp>
        <p:nvSpPr>
          <p:cNvPr id="7175" name="标题 23">
            <a:extLst>
              <a:ext uri="{FF2B5EF4-FFF2-40B4-BE49-F238E27FC236}">
                <a16:creationId xmlns:a16="http://schemas.microsoft.com/office/drawing/2014/main" id="{6B30DF52-E7D6-F964-720E-0440599A0A5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44513" y="4625975"/>
            <a:ext cx="2560637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材料与化学学院</a:t>
            </a:r>
          </a:p>
        </p:txBody>
      </p:sp>
      <p:pic>
        <p:nvPicPr>
          <p:cNvPr id="7176" name="图片 28" descr="003">
            <a:extLst>
              <a:ext uri="{FF2B5EF4-FFF2-40B4-BE49-F238E27FC236}">
                <a16:creationId xmlns:a16="http://schemas.microsoft.com/office/drawing/2014/main" id="{BCEAEF3E-60AC-D9B7-B6E6-06F27B48D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83" r="20868"/>
          <a:stretch>
            <a:fillRect/>
          </a:stretch>
        </p:blipFill>
        <p:spPr bwMode="auto">
          <a:xfrm>
            <a:off x="595313" y="3587750"/>
            <a:ext cx="1063625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7" name="图片 29" descr="003">
            <a:extLst>
              <a:ext uri="{FF2B5EF4-FFF2-40B4-BE49-F238E27FC236}">
                <a16:creationId xmlns:a16="http://schemas.microsoft.com/office/drawing/2014/main" id="{E84057EA-798A-F95E-A610-1D9AC6515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713" y="6008688"/>
            <a:ext cx="360045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8" name="标题 23">
            <a:extLst>
              <a:ext uri="{FF2B5EF4-FFF2-40B4-BE49-F238E27FC236}">
                <a16:creationId xmlns:a16="http://schemas.microsoft.com/office/drawing/2014/main" id="{89FBE4FD-0152-8953-AA88-07E11E8AFC1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44513" y="5791200"/>
            <a:ext cx="5005387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A6A6A6"/>
                </a:solidFill>
              </a:rPr>
              <a:t>言简意赅的阐述观点</a:t>
            </a:r>
          </a:p>
        </p:txBody>
      </p:sp>
      <p:sp>
        <p:nvSpPr>
          <p:cNvPr id="7179" name="标题 23">
            <a:extLst>
              <a:ext uri="{FF2B5EF4-FFF2-40B4-BE49-F238E27FC236}">
                <a16:creationId xmlns:a16="http://schemas.microsoft.com/office/drawing/2014/main" id="{4953E062-8C2E-C8DA-CC5F-A76A223D740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44513" y="6202363"/>
            <a:ext cx="6221412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900">
                <a:solidFill>
                  <a:srgbClr val="A6A6A6"/>
                </a:solidFill>
              </a:rPr>
              <a:t>点击此处添加正文，言简意赅的阐述观点。</a:t>
            </a:r>
            <a:r>
              <a:rPr lang="zh-CN" altLang="en-US" sz="900">
                <a:solidFill>
                  <a:srgbClr val="A6A6A6"/>
                </a:solidFill>
                <a:sym typeface="微软雅黑" panose="020B0503020204020204" pitchFamily="34" charset="-122"/>
              </a:rPr>
              <a:t>点击此处添加正文，言简意赅的阐述观点。</a:t>
            </a:r>
            <a:endParaRPr lang="zh-CN" altLang="en-US" sz="900">
              <a:solidFill>
                <a:srgbClr val="A6A6A6"/>
              </a:solidFill>
            </a:endParaRPr>
          </a:p>
          <a:p>
            <a:pPr eaLnBrk="1" hangingPunct="1"/>
            <a:endParaRPr lang="zh-CN" altLang="en-US" sz="900">
              <a:solidFill>
                <a:srgbClr val="A6A6A6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文本框 43">
            <a:extLst>
              <a:ext uri="{FF2B5EF4-FFF2-40B4-BE49-F238E27FC236}">
                <a16:creationId xmlns:a16="http://schemas.microsoft.com/office/drawing/2014/main" id="{AADC32CD-663C-7887-4CF0-6DA09D57FAAE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966075" y="519113"/>
            <a:ext cx="1658938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sz="4000">
                <a:solidFill>
                  <a:srgbClr val="262626"/>
                </a:solidFill>
                <a:ea typeface="汉仪旗黑-85S" pitchFamily="18" charset="-122"/>
                <a:sym typeface="Arial" panose="020B0604020202020204" pitchFamily="34" charset="0"/>
              </a:rPr>
              <a:t>目录</a:t>
            </a:r>
          </a:p>
        </p:txBody>
      </p:sp>
      <p:grpSp>
        <p:nvGrpSpPr>
          <p:cNvPr id="8195" name="组合 1">
            <a:extLst>
              <a:ext uri="{FF2B5EF4-FFF2-40B4-BE49-F238E27FC236}">
                <a16:creationId xmlns:a16="http://schemas.microsoft.com/office/drawing/2014/main" id="{ED2CCF54-1D1E-42C9-CCDD-D589BA0B0E13}"/>
              </a:ext>
            </a:extLst>
          </p:cNvPr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6945313" y="1735138"/>
            <a:ext cx="4397375" cy="952500"/>
            <a:chOff x="2891" y="2500"/>
            <a:chExt cx="6926" cy="1500"/>
          </a:xfrm>
        </p:grpSpPr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DBEF983E-CD4A-F074-93AE-B49122440FD1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4406" y="2500"/>
              <a:ext cx="5411" cy="520"/>
            </a:xfrm>
            <a:prstGeom prst="rect">
              <a:avLst/>
            </a:prstGeom>
            <a:noFill/>
          </p:spPr>
          <p:txBody>
            <a:bodyPr bIns="0" anchor="b">
              <a:normAutofit lnSpcReduction="10000"/>
            </a:bodyPr>
            <a:lstStyle/>
            <a:p>
              <a:pPr eaLnBrk="1" fontAlgn="auto" hangingPunct="1">
                <a:lnSpc>
                  <a:spcPct val="120000"/>
                </a:lnSpc>
                <a:defRPr/>
              </a:pPr>
              <a:r>
                <a:rPr lang="zh-CN" altLang="en-US" b="1" spc="200" noProof="1">
                  <a:solidFill>
                    <a:schemeClr val="tx1">
                      <a:lumMod val="85000"/>
                      <a:lumOff val="15000"/>
                    </a:schemeClr>
                  </a:solidFill>
                  <a:sym typeface="Arial" panose="020B0604020202020204" pitchFamily="34" charset="0"/>
                </a:rPr>
                <a:t>添加标题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AE5ECE73-D09D-7D07-5DDC-1E9B4C1C3E86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4406" y="3092"/>
              <a:ext cx="5411" cy="908"/>
            </a:xfrm>
            <a:prstGeom prst="rect">
              <a:avLst/>
            </a:prstGeom>
            <a:noFill/>
          </p:spPr>
          <p:txBody>
            <a:bodyPr tIns="0">
              <a:normAutofit/>
            </a:bodyPr>
            <a:lstStyle/>
            <a:p>
              <a:pPr eaLnBrk="1" fontAlgn="auto" hangingPunct="1">
                <a:lnSpc>
                  <a:spcPct val="120000"/>
                </a:lnSpc>
                <a:defRPr/>
              </a:pPr>
              <a:r>
                <a:rPr lang="zh-CN" altLang="en-US" sz="1400" spc="150" noProof="1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点击此处添加正文，言简意赅的阐述观点。</a:t>
              </a: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8F9E067F-D99E-89A5-710C-4871280D46C9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2891" y="2719"/>
              <a:ext cx="1120" cy="822"/>
            </a:xfrm>
            <a:prstGeom prst="rect">
              <a:avLst/>
            </a:prstGeom>
            <a:noFill/>
          </p:spPr>
          <p:txBody>
            <a:bodyPr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eaLnBrk="1" fontAlgn="auto" hangingPunct="1">
                <a:defRPr/>
              </a:pPr>
              <a:r>
                <a:rPr lang="en-US" altLang="zh-CN" sz="2800" b="1" spc="300" noProof="1">
                  <a:solidFill>
                    <a:srgbClr val="006DB8"/>
                  </a:solidFill>
                  <a:cs typeface="+mj-lt"/>
                  <a:sym typeface="Arial" panose="020B0604020202020204" pitchFamily="34" charset="0"/>
                </a:rPr>
                <a:t>01</a:t>
              </a:r>
            </a:p>
          </p:txBody>
        </p: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BC28FCF3-AD0A-9322-593B-6A78CF583DA1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>
            <a:xfrm>
              <a:off x="4076" y="2630"/>
              <a:ext cx="0" cy="1240"/>
            </a:xfrm>
            <a:prstGeom prst="line">
              <a:avLst/>
            </a:prstGeom>
            <a:ln w="69850">
              <a:solidFill>
                <a:srgbClr val="2884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96" name="组合 2">
            <a:extLst>
              <a:ext uri="{FF2B5EF4-FFF2-40B4-BE49-F238E27FC236}">
                <a16:creationId xmlns:a16="http://schemas.microsoft.com/office/drawing/2014/main" id="{6299296F-61B6-DD2C-93F8-27CECAE9B584}"/>
              </a:ext>
            </a:extLst>
          </p:cNvPr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6945313" y="2959100"/>
            <a:ext cx="4397375" cy="952500"/>
            <a:chOff x="2891" y="4445"/>
            <a:chExt cx="6926" cy="1501"/>
          </a:xfrm>
        </p:grpSpPr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5CF73D4B-8A14-14E6-CCA2-196A511175B2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891" y="4784"/>
              <a:ext cx="1120" cy="822"/>
            </a:xfrm>
            <a:prstGeom prst="rect">
              <a:avLst/>
            </a:prstGeom>
            <a:noFill/>
          </p:spPr>
          <p:txBody>
            <a:bodyPr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eaLnBrk="1" fontAlgn="auto" hangingPunct="1">
                <a:defRPr/>
              </a:pPr>
              <a:r>
                <a:rPr lang="en-US" altLang="zh-CN" sz="2800" b="1" spc="300" noProof="1">
                  <a:solidFill>
                    <a:srgbClr val="006DB8"/>
                  </a:solidFill>
                  <a:cs typeface="+mj-lt"/>
                  <a:sym typeface="Arial" panose="020B0604020202020204" pitchFamily="34" charset="0"/>
                </a:rPr>
                <a:t>02</a:t>
              </a:r>
            </a:p>
          </p:txBody>
        </p: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A8C4EFEC-4F05-965C-F0DD-9E3EC81383D1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>
            <a:xfrm>
              <a:off x="4076" y="4575"/>
              <a:ext cx="0" cy="1241"/>
            </a:xfrm>
            <a:prstGeom prst="line">
              <a:avLst/>
            </a:prstGeom>
            <a:ln w="69850">
              <a:solidFill>
                <a:srgbClr val="2884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3CF0B41-3391-4FF1-2DCD-BFDEF0DE0C28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4406" y="4445"/>
              <a:ext cx="5411" cy="520"/>
            </a:xfrm>
            <a:prstGeom prst="rect">
              <a:avLst/>
            </a:prstGeom>
            <a:noFill/>
          </p:spPr>
          <p:txBody>
            <a:bodyPr bIns="0" anchor="b">
              <a:normAutofit lnSpcReduction="10000"/>
            </a:bodyPr>
            <a:lstStyle/>
            <a:p>
              <a:pPr eaLnBrk="1" fontAlgn="auto" hangingPunct="1">
                <a:lnSpc>
                  <a:spcPct val="120000"/>
                </a:lnSpc>
                <a:defRPr/>
              </a:pPr>
              <a:r>
                <a:rPr lang="zh-CN" altLang="en-US" b="1" spc="200" noProof="1">
                  <a:solidFill>
                    <a:schemeClr val="tx1">
                      <a:lumMod val="85000"/>
                      <a:lumOff val="15000"/>
                    </a:schemeClr>
                  </a:solidFill>
                  <a:sym typeface="Arial" panose="020B0604020202020204" pitchFamily="34" charset="0"/>
                </a:rPr>
                <a:t>添加标题</a:t>
              </a: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E023E288-C5C2-78AF-367C-61E0F707695B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4406" y="5038"/>
              <a:ext cx="5411" cy="908"/>
            </a:xfrm>
            <a:prstGeom prst="rect">
              <a:avLst/>
            </a:prstGeom>
            <a:noFill/>
          </p:spPr>
          <p:txBody>
            <a:bodyPr tIns="0">
              <a:normAutofit/>
            </a:bodyPr>
            <a:lstStyle/>
            <a:p>
              <a:pPr eaLnBrk="1" fontAlgn="auto" hangingPunct="1">
                <a:lnSpc>
                  <a:spcPct val="120000"/>
                </a:lnSpc>
                <a:defRPr/>
              </a:pPr>
              <a:r>
                <a:rPr lang="zh-CN" altLang="en-US" sz="1400" spc="150" noProof="1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点击此处添加正文，言简意赅的阐述观点。</a:t>
              </a:r>
            </a:p>
          </p:txBody>
        </p:sp>
      </p:grpSp>
      <p:grpSp>
        <p:nvGrpSpPr>
          <p:cNvPr id="8197" name="组合 3">
            <a:extLst>
              <a:ext uri="{FF2B5EF4-FFF2-40B4-BE49-F238E27FC236}">
                <a16:creationId xmlns:a16="http://schemas.microsoft.com/office/drawing/2014/main" id="{82086A0F-7EBC-67CA-8CF2-D96967908FD2}"/>
              </a:ext>
            </a:extLst>
          </p:cNvPr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6945313" y="4171950"/>
            <a:ext cx="4397375" cy="952500"/>
            <a:chOff x="2891" y="6390"/>
            <a:chExt cx="6927" cy="1500"/>
          </a:xfrm>
        </p:grpSpPr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66FC3819-C659-E33F-4F9E-DD6E9CEE5991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2891" y="6729"/>
              <a:ext cx="1120" cy="822"/>
            </a:xfrm>
            <a:prstGeom prst="rect">
              <a:avLst/>
            </a:prstGeom>
            <a:noFill/>
          </p:spPr>
          <p:txBody>
            <a:bodyPr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eaLnBrk="1" fontAlgn="auto" hangingPunct="1">
                <a:defRPr/>
              </a:pPr>
              <a:r>
                <a:rPr lang="en-US" altLang="zh-CN" sz="2800" b="1" spc="300" noProof="1">
                  <a:solidFill>
                    <a:srgbClr val="006DB8"/>
                  </a:solidFill>
                  <a:cs typeface="+mj-lt"/>
                  <a:sym typeface="Arial" panose="020B0604020202020204" pitchFamily="34" charset="0"/>
                </a:rPr>
                <a:t>03</a:t>
              </a:r>
            </a:p>
          </p:txBody>
        </p: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4CB5B581-519E-71F2-BBC1-0B72A3AB0518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>
            <a:xfrm>
              <a:off x="4074" y="6520"/>
              <a:ext cx="0" cy="1240"/>
            </a:xfrm>
            <a:prstGeom prst="line">
              <a:avLst/>
            </a:prstGeom>
            <a:ln w="69850">
              <a:solidFill>
                <a:srgbClr val="2884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F34AB77F-760A-EB03-DA8E-EAD171FD33F3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4409" y="6390"/>
              <a:ext cx="5409" cy="520"/>
            </a:xfrm>
            <a:prstGeom prst="rect">
              <a:avLst/>
            </a:prstGeom>
            <a:noFill/>
          </p:spPr>
          <p:txBody>
            <a:bodyPr bIns="0" anchor="b">
              <a:normAutofit lnSpcReduction="10000"/>
            </a:bodyPr>
            <a:lstStyle/>
            <a:p>
              <a:pPr eaLnBrk="1" fontAlgn="auto" hangingPunct="1">
                <a:lnSpc>
                  <a:spcPct val="120000"/>
                </a:lnSpc>
                <a:defRPr/>
              </a:pPr>
              <a:r>
                <a:rPr lang="zh-CN" altLang="en-US" b="1" spc="200" noProof="1">
                  <a:solidFill>
                    <a:schemeClr val="tx1">
                      <a:lumMod val="85000"/>
                      <a:lumOff val="15000"/>
                    </a:schemeClr>
                  </a:solidFill>
                  <a:sym typeface="Arial" panose="020B0604020202020204" pitchFamily="34" charset="0"/>
                </a:rPr>
                <a:t>添加标题</a:t>
              </a: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1204901-9BEC-5BC2-881C-B16842C5B0FD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4409" y="6983"/>
              <a:ext cx="5409" cy="907"/>
            </a:xfrm>
            <a:prstGeom prst="rect">
              <a:avLst/>
            </a:prstGeom>
            <a:noFill/>
          </p:spPr>
          <p:txBody>
            <a:bodyPr tIns="0">
              <a:normAutofit/>
            </a:bodyPr>
            <a:lstStyle/>
            <a:p>
              <a:pPr eaLnBrk="1" fontAlgn="auto" hangingPunct="1">
                <a:lnSpc>
                  <a:spcPct val="120000"/>
                </a:lnSpc>
                <a:defRPr/>
              </a:pPr>
              <a:r>
                <a:rPr lang="zh-CN" altLang="en-US" sz="1400" spc="150" noProof="1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点击此处添加正文，言简意赅的阐述观点。</a:t>
              </a:r>
            </a:p>
          </p:txBody>
        </p:sp>
      </p:grpSp>
      <p:grpSp>
        <p:nvGrpSpPr>
          <p:cNvPr id="8198" name="组合 4">
            <a:extLst>
              <a:ext uri="{FF2B5EF4-FFF2-40B4-BE49-F238E27FC236}">
                <a16:creationId xmlns:a16="http://schemas.microsoft.com/office/drawing/2014/main" id="{426131A8-16B4-D8A5-7006-C79B25E96AFB}"/>
              </a:ext>
            </a:extLst>
          </p:cNvPr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6945313" y="5386388"/>
            <a:ext cx="4397375" cy="952500"/>
            <a:chOff x="2891" y="8335"/>
            <a:chExt cx="6927" cy="1500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A4E998CA-BA26-E549-85A3-026E164C1EBB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891" y="8674"/>
              <a:ext cx="1120" cy="822"/>
            </a:xfrm>
            <a:prstGeom prst="rect">
              <a:avLst/>
            </a:prstGeom>
            <a:noFill/>
          </p:spPr>
          <p:txBody>
            <a:bodyPr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eaLnBrk="1" fontAlgn="auto" hangingPunct="1">
                <a:defRPr/>
              </a:pPr>
              <a:r>
                <a:rPr lang="en-US" altLang="zh-CN" sz="2800" b="1" spc="300" noProof="1">
                  <a:solidFill>
                    <a:srgbClr val="006DB8"/>
                  </a:solidFill>
                  <a:cs typeface="+mj-lt"/>
                  <a:sym typeface="Arial" panose="020B0604020202020204" pitchFamily="34" charset="0"/>
                </a:rPr>
                <a:t>04</a:t>
              </a: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E449017E-9B42-8AE6-850D-9B9DDAAF9E8C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>
              <a:off x="4074" y="8465"/>
              <a:ext cx="0" cy="1240"/>
            </a:xfrm>
            <a:prstGeom prst="line">
              <a:avLst/>
            </a:prstGeom>
            <a:ln w="69850">
              <a:solidFill>
                <a:srgbClr val="2884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77A2BE33-1E6E-F894-D35B-AD2C84E206DC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4409" y="8335"/>
              <a:ext cx="5409" cy="520"/>
            </a:xfrm>
            <a:prstGeom prst="rect">
              <a:avLst/>
            </a:prstGeom>
            <a:noFill/>
          </p:spPr>
          <p:txBody>
            <a:bodyPr bIns="0" anchor="b">
              <a:normAutofit lnSpcReduction="10000"/>
            </a:bodyPr>
            <a:lstStyle/>
            <a:p>
              <a:pPr eaLnBrk="1" fontAlgn="auto" hangingPunct="1">
                <a:lnSpc>
                  <a:spcPct val="120000"/>
                </a:lnSpc>
                <a:defRPr/>
              </a:pPr>
              <a:r>
                <a:rPr lang="zh-CN" altLang="en-US" b="1" spc="200" noProof="1">
                  <a:solidFill>
                    <a:schemeClr val="tx1">
                      <a:lumMod val="85000"/>
                      <a:lumOff val="15000"/>
                    </a:schemeClr>
                  </a:solidFill>
                  <a:sym typeface="Arial" panose="020B0604020202020204" pitchFamily="34" charset="0"/>
                </a:rPr>
                <a:t>添加标题</a:t>
              </a: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BF6870BB-DB27-C3DA-F5CC-AD45DA0C77B3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4409" y="8927"/>
              <a:ext cx="5409" cy="908"/>
            </a:xfrm>
            <a:prstGeom prst="rect">
              <a:avLst/>
            </a:prstGeom>
            <a:noFill/>
          </p:spPr>
          <p:txBody>
            <a:bodyPr tIns="0">
              <a:normAutofit/>
            </a:bodyPr>
            <a:lstStyle/>
            <a:p>
              <a:pPr eaLnBrk="1" fontAlgn="auto" hangingPunct="1">
                <a:lnSpc>
                  <a:spcPct val="120000"/>
                </a:lnSpc>
                <a:defRPr/>
              </a:pPr>
              <a:r>
                <a:rPr lang="zh-CN" altLang="en-US" sz="1400" spc="150" noProof="1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点击此处添加正文，言简意赅的阐述观点。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>
            <a:extLst>
              <a:ext uri="{FF2B5EF4-FFF2-40B4-BE49-F238E27FC236}">
                <a16:creationId xmlns:a16="http://schemas.microsoft.com/office/drawing/2014/main" id="{30CB4DB4-F065-2D90-073C-C4F4A482EA97}"/>
              </a:ext>
            </a:extLst>
          </p:cNvPr>
          <p:cNvSpPr>
            <a:spLocks noGrp="1"/>
          </p:cNvSpPr>
          <p:nvPr>
            <p:ph type="dt" sz="quarter" idx="17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60FBDFE-C587-4B4C-A407-44438C67B59E}" type="datetimeFigureOut">
              <a:rPr lang="zh-CN" altLang="en-US" smtClean="0"/>
              <a:pPr>
                <a:defRPr/>
              </a:pPr>
              <a:t>2026/1/16</a:t>
            </a:fld>
            <a:endParaRPr lang="zh-CN" altLang="en-US"/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E6856704-3804-319D-FD0D-0A64F94A054F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44" name="灯片编号占位符 10">
            <a:extLst>
              <a:ext uri="{FF2B5EF4-FFF2-40B4-BE49-F238E27FC236}">
                <a16:creationId xmlns:a16="http://schemas.microsoft.com/office/drawing/2014/main" id="{6236A22E-E4FA-A0D2-18A7-9F4726FB9E93}"/>
              </a:ext>
            </a:extLst>
          </p:cNvPr>
          <p:cNvSpPr>
            <a:spLocks noGrp="1" noChangeArrowheads="1"/>
          </p:cNvSpPr>
          <p:nvPr>
            <p:ph type="sldNum" sz="quarter" idx="19"/>
            <p:custDataLst>
              <p:tags r:id="rId4"/>
            </p:custDataLst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fld id="{3353DFEE-5C67-4592-B42E-E8F8C5C105A6}" type="slidenum">
              <a:rPr lang="zh-CN" altLang="en-US">
                <a:solidFill>
                  <a:srgbClr val="898989"/>
                </a:solidFill>
              </a:rPr>
              <a:pPr/>
              <a:t>3</a:t>
            </a:fld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ED450541-3AD3-2016-49CB-F550059D7E4A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6856413" y="4051300"/>
            <a:ext cx="2011362" cy="407988"/>
          </a:xfrm>
        </p:spPr>
        <p:txBody>
          <a:bodyPr/>
          <a:lstStyle/>
          <a:p>
            <a:pPr marL="0" indent="0" fontAlgn="base" hangingPunct="1">
              <a:spcBef>
                <a:spcPct val="0"/>
              </a:spcBef>
              <a:buSzTx/>
              <a:defRPr/>
            </a:pPr>
            <a:r>
              <a:rPr lang="zh-CN" altLang="en-US"/>
              <a:t>单击此处编辑副标题</a:t>
            </a:r>
          </a:p>
        </p:txBody>
      </p:sp>
      <p:sp>
        <p:nvSpPr>
          <p:cNvPr id="10246" name="文本占位符 7">
            <a:extLst>
              <a:ext uri="{FF2B5EF4-FFF2-40B4-BE49-F238E27FC236}">
                <a16:creationId xmlns:a16="http://schemas.microsoft.com/office/drawing/2014/main" id="{DE1DF421-682F-7785-62A9-0493C6766BE4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auto">
          <a:xfrm>
            <a:off x="6856413" y="4525963"/>
            <a:ext cx="2011362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zh-CN" altLang="en-US" sz="1600"/>
              <a:t>单击此处编辑副标题</a:t>
            </a:r>
          </a:p>
        </p:txBody>
      </p:sp>
      <p:sp>
        <p:nvSpPr>
          <p:cNvPr id="10247" name="文本占位符 6">
            <a:extLst>
              <a:ext uri="{FF2B5EF4-FFF2-40B4-BE49-F238E27FC236}">
                <a16:creationId xmlns:a16="http://schemas.microsoft.com/office/drawing/2014/main" id="{C11EF845-0A56-22F2-CB39-11FC5EAA4CC8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auto">
          <a:xfrm>
            <a:off x="6856413" y="3300413"/>
            <a:ext cx="4352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buClr>
                <a:srgbClr val="595959"/>
              </a:buClr>
              <a:buFont typeface="Arial" panose="020B0604020202020204" pitchFamily="34" charset="0"/>
              <a:buNone/>
            </a:pPr>
            <a:r>
              <a:rPr lang="zh-CN" altLang="en-US" sz="2000"/>
              <a:t>单击此处编辑副标题</a:t>
            </a:r>
          </a:p>
        </p:txBody>
      </p:sp>
      <p:sp>
        <p:nvSpPr>
          <p:cNvPr id="15" name="标题 14">
            <a:extLst>
              <a:ext uri="{FF2B5EF4-FFF2-40B4-BE49-F238E27FC236}">
                <a16:creationId xmlns:a16="http://schemas.microsoft.com/office/drawing/2014/main" id="{F88E795E-7E48-EEF1-C544-7D768956F402}"/>
              </a:ext>
            </a:extLst>
          </p:cNvPr>
          <p:cNvSpPr>
            <a:spLocks noGrp="1"/>
          </p:cNvSpPr>
          <p:nvPr>
            <p:ph type="title" idx="13" hasCustomPrompt="1"/>
            <p:custDataLst>
              <p:tags r:id="rId8"/>
            </p:custDataLst>
          </p:nvPr>
        </p:nvSpPr>
        <p:spPr>
          <a:xfrm>
            <a:off x="6848475" y="1924050"/>
            <a:ext cx="4360863" cy="11715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6600"/>
              <a:buFont typeface="Arial" panose="020B0604020202020204" pitchFamily="34" charset="0"/>
              <a:buNone/>
              <a:defRPr sz="6600" b="0" spc="700">
                <a:solidFill>
                  <a:schemeClr val="tx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>
              <a:defRPr/>
            </a:pPr>
            <a:r>
              <a:rPr lang="zh-CN" altLang="en-US" noProof="1"/>
              <a:t>编辑标题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2">
            <a:extLst>
              <a:ext uri="{FF2B5EF4-FFF2-40B4-BE49-F238E27FC236}">
                <a16:creationId xmlns:a16="http://schemas.microsoft.com/office/drawing/2014/main" id="{D7C56E1C-59B3-F3C3-C18A-E49D739B8C1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608013" y="384175"/>
            <a:ext cx="6873875" cy="706438"/>
          </a:xfrm>
        </p:spPr>
        <p:txBody>
          <a:bodyPr/>
          <a:lstStyle/>
          <a:p>
            <a:pPr fontAlgn="base">
              <a:defRPr/>
            </a:pPr>
            <a:r>
              <a:rPr>
                <a:sym typeface="微软雅黑" panose="020B0503020204020204" pitchFamily="34" charset="-122"/>
              </a:rPr>
              <a:t>单击此处添加标题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8828E0E-E56A-D769-9D03-1D297BBA9CBC}"/>
              </a:ext>
            </a:extLst>
          </p:cNvPr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013" y="1490663"/>
            <a:ext cx="10969625" cy="4759325"/>
          </a:xfrm>
        </p:spPr>
        <p:txBody>
          <a:bodyPr/>
          <a:lstStyle/>
          <a:p>
            <a:pPr>
              <a:defRPr/>
            </a:pPr>
            <a:r>
              <a:t>单击此处添加正文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5EC806D8-26EB-94A3-DF3A-7CBBD19F89AF}"/>
              </a:ext>
            </a:extLst>
          </p:cNvPr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xfrm>
            <a:off x="879475" y="6350000"/>
            <a:ext cx="2700338" cy="315913"/>
          </a:xfrm>
        </p:spPr>
        <p:txBody>
          <a:bodyPr wrap="square"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60FBDFE-C587-4B4C-A407-44438C67B59E}" type="datetimeFigureOut">
              <a:rPr lang="zh-CN" altLang="en-US" smtClean="0"/>
              <a:pPr>
                <a:defRPr/>
              </a:pPr>
              <a:t>2026/1/16</a:t>
            </a:fld>
            <a:endParaRPr lang="zh-CN" altLang="en-US"/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B74D420E-28E1-BDD0-4957-5580501E40D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50000"/>
            <a:ext cx="3959225" cy="315913"/>
          </a:xfrm>
        </p:spPr>
        <p:txBody>
          <a:bodyPr wrap="square"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270" name="灯片编号占位符 10">
            <a:extLst>
              <a:ext uri="{FF2B5EF4-FFF2-40B4-BE49-F238E27FC236}">
                <a16:creationId xmlns:a16="http://schemas.microsoft.com/office/drawing/2014/main" id="{B10B6A65-4E11-4875-CD66-AABC4D6CFE46}"/>
              </a:ext>
            </a:extLst>
          </p:cNvPr>
          <p:cNvSpPr>
            <a:spLocks noGrp="1" noChangeArrowheads="1"/>
          </p:cNvSpPr>
          <p:nvPr>
            <p:ph type="sldNum" sz="quarter" idx="12"/>
            <p:custDataLst>
              <p:tags r:id="rId6"/>
            </p:custDataLst>
          </p:nvPr>
        </p:nvSpPr>
        <p:spPr bwMode="auto">
          <a:xfrm>
            <a:off x="8610600" y="6350000"/>
            <a:ext cx="2700338" cy="31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fld id="{0A88E516-42DD-4770-9C5A-783E782BB0CD}" type="slidenum">
              <a:rPr lang="zh-CN" altLang="en-US">
                <a:solidFill>
                  <a:srgbClr val="898989"/>
                </a:solidFill>
              </a:rPr>
              <a:pPr/>
              <a:t>4</a:t>
            </a:fld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1727B22-43E7-C339-125D-C54D75EC338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74750" y="2841625"/>
            <a:ext cx="9842500" cy="216852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eaLnBrk="1" fontAlgn="auto" hangingPunct="1">
              <a:lnSpc>
                <a:spcPct val="150000"/>
              </a:lnSpc>
              <a:defRPr/>
            </a:pPr>
            <a:r>
              <a:rPr lang="zh-CN" altLang="en-US" spc="150" noProof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pitchFamily="34" charset="-122"/>
                <a:sym typeface="+mn-ea"/>
              </a:rPr>
              <a:t>点击此处添加正文，言简意赅的阐述观点。点击此处添加正文，言简意赅的阐述观点。点击此处添加正文，言简意赅的阐述观点。点击此处添加正文，言简意赅的阐述观点。点击此处添加正文，言简意赅的阐述观点。点击此处添加正文，言简意赅的阐述观点。点击此处添加正文，言简意赅的阐述观点。点击此处添加正文，言简意赅的阐述观点。点击此处添加正文，言简意赅的阐述观点。点击此处添加正文，言简意赅的阐述观点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0875FFED-6808-11AC-451D-2B49763CA88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292850" y="1879600"/>
            <a:ext cx="4629150" cy="3581400"/>
          </a:xfrm>
          <a:prstGeom prst="rect">
            <a:avLst/>
          </a:prstGeom>
          <a:noFill/>
        </p:spPr>
        <p:txBody>
          <a:bodyPr>
            <a:norm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285750" indent="-285750" eaLnBrk="1" fontAlgn="ctr" hangingPunct="1">
              <a:buClr>
                <a:srgbClr val="FFFFFF">
                  <a:lumMod val="85000"/>
                </a:srgbClr>
              </a:buClr>
              <a:buSzPct val="130000"/>
              <a:buFont typeface="Wingdings" panose="05000000000000000000" pitchFamily="2" charset="2"/>
              <a:buChar char="l"/>
              <a:defRPr/>
            </a:pPr>
            <a:r>
              <a:rPr lang="zh-CN" altLang="en-US" sz="1400" noProof="1">
                <a:solidFill>
                  <a:srgbClr val="000000">
                    <a:lumMod val="75000"/>
                    <a:lumOff val="25000"/>
                  </a:srgbClr>
                </a:solidFill>
                <a:sym typeface="+mn-ea"/>
              </a:rPr>
              <a:t>点击此处添加正文，文字是您思想的提炼，请言简意赅的阐述您的观点。</a:t>
            </a:r>
          </a:p>
          <a:p>
            <a:pPr marL="285750" indent="-285750" eaLnBrk="1" fontAlgn="ctr" hangingPunct="1">
              <a:buClr>
                <a:srgbClr val="FFFFFF">
                  <a:lumMod val="85000"/>
                </a:srgbClr>
              </a:buClr>
              <a:buSzPct val="130000"/>
              <a:buFont typeface="Wingdings" panose="05000000000000000000" pitchFamily="2" charset="2"/>
              <a:buChar char="l"/>
              <a:defRPr/>
            </a:pPr>
            <a:r>
              <a:rPr lang="zh-CN" altLang="en-US" sz="1400" noProof="1">
                <a:solidFill>
                  <a:srgbClr val="000000">
                    <a:lumMod val="75000"/>
                    <a:lumOff val="25000"/>
                  </a:srgbClr>
                </a:solidFill>
                <a:sym typeface="+mn-ea"/>
              </a:rPr>
              <a:t>点击此处添加正文，言简意赅的阐述观点。</a:t>
            </a:r>
            <a:r>
              <a:rPr lang="en-US" altLang="zh-CN" sz="1400" noProof="1">
                <a:solidFill>
                  <a:srgbClr val="000000">
                    <a:lumMod val="75000"/>
                    <a:lumOff val="25000"/>
                  </a:srgbClr>
                </a:solidFill>
                <a:sym typeface="+mn-ea"/>
              </a:rPr>
              <a:t>点击此处添加正文，言简意赅的阐述观点。点击此处添加正文，言简意赅的阐述观点。</a:t>
            </a:r>
          </a:p>
          <a:p>
            <a:pPr marL="285750" indent="-285750" eaLnBrk="1" fontAlgn="ctr" hangingPunct="1">
              <a:buClr>
                <a:srgbClr val="FFFFFF">
                  <a:lumMod val="85000"/>
                </a:srgbClr>
              </a:buClr>
              <a:buSzPct val="130000"/>
              <a:buFont typeface="Wingdings" panose="05000000000000000000" pitchFamily="2" charset="2"/>
              <a:buChar char="l"/>
              <a:defRPr/>
            </a:pPr>
            <a:r>
              <a:rPr lang="en-US" altLang="zh-CN" sz="1400" noProof="1">
                <a:solidFill>
                  <a:srgbClr val="000000">
                    <a:lumMod val="75000"/>
                    <a:lumOff val="25000"/>
                  </a:srgbClr>
                </a:solidFill>
                <a:sym typeface="+mn-ea"/>
              </a:rPr>
              <a:t>点击此处添加正文，言简意赅的阐述观点。点击此处添加正文，言简意赅的阐述观点。点击此处添加正文，言简意赅的阐述观点。</a:t>
            </a:r>
          </a:p>
          <a:p>
            <a:pPr marL="285750" indent="-285750" eaLnBrk="1" fontAlgn="ctr" hangingPunct="1">
              <a:buClr>
                <a:srgbClr val="FFFFFF">
                  <a:lumMod val="85000"/>
                </a:srgbClr>
              </a:buClr>
              <a:buSzPct val="130000"/>
              <a:buFont typeface="Wingdings" panose="05000000000000000000" pitchFamily="2" charset="2"/>
              <a:buChar char="l"/>
              <a:defRPr/>
            </a:pPr>
            <a:r>
              <a:rPr lang="en-US" altLang="zh-CN" sz="1400" noProof="1">
                <a:solidFill>
                  <a:srgbClr val="000000">
                    <a:lumMod val="75000"/>
                    <a:lumOff val="25000"/>
                  </a:srgbClr>
                </a:solidFill>
                <a:sym typeface="+mn-ea"/>
              </a:rPr>
              <a:t>点击此处添加正文，言简意赅的阐述观点。点击此处添加正文，言简意赅的阐述观点。点击此处添加正文，言简意赅的阐述观点。</a:t>
            </a:r>
            <a:endParaRPr lang="zh-CN" altLang="en-US" sz="1400" noProof="1">
              <a:solidFill>
                <a:srgbClr val="000000">
                  <a:lumMod val="75000"/>
                  <a:lumOff val="25000"/>
                </a:srgbClr>
              </a:solidFill>
              <a:sym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F3DCB78-D8D6-7B46-4CFC-1FC08939129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58888" y="1879600"/>
            <a:ext cx="4629150" cy="3581400"/>
          </a:xfrm>
          <a:prstGeom prst="rect">
            <a:avLst/>
          </a:prstGeom>
          <a:noFill/>
        </p:spPr>
        <p:txBody>
          <a:bodyPr>
            <a:norm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285750" indent="-285750" eaLnBrk="1" fontAlgn="ctr" hangingPunct="1">
              <a:buClr>
                <a:srgbClr val="FFFFFF">
                  <a:lumMod val="85000"/>
                </a:srgbClr>
              </a:buClr>
              <a:buSzPct val="130000"/>
              <a:buFont typeface="Wingdings" panose="05000000000000000000" pitchFamily="2" charset="2"/>
              <a:buChar char="l"/>
              <a:defRPr/>
            </a:pPr>
            <a:r>
              <a:rPr lang="zh-CN" altLang="en-US" sz="1400" noProof="1">
                <a:solidFill>
                  <a:srgbClr val="000000">
                    <a:lumMod val="75000"/>
                    <a:lumOff val="25000"/>
                  </a:srgbClr>
                </a:solidFill>
                <a:sym typeface="+mn-ea"/>
              </a:rPr>
              <a:t>点击此处添加正文，文字是您思想的提炼，请言简意赅的阐述您的观点。</a:t>
            </a:r>
          </a:p>
          <a:p>
            <a:pPr marL="285750" indent="-285750" eaLnBrk="1" fontAlgn="ctr" hangingPunct="1">
              <a:buClr>
                <a:srgbClr val="FFFFFF">
                  <a:lumMod val="85000"/>
                </a:srgbClr>
              </a:buClr>
              <a:buSzPct val="130000"/>
              <a:buFont typeface="Wingdings" panose="05000000000000000000" pitchFamily="2" charset="2"/>
              <a:buChar char="l"/>
              <a:defRPr/>
            </a:pPr>
            <a:r>
              <a:rPr lang="zh-CN" altLang="en-US" sz="1400" noProof="1">
                <a:solidFill>
                  <a:srgbClr val="000000">
                    <a:lumMod val="75000"/>
                    <a:lumOff val="25000"/>
                  </a:srgbClr>
                </a:solidFill>
                <a:sym typeface="+mn-ea"/>
              </a:rPr>
              <a:t>点击此处添加正文，言简意赅的阐述观点。</a:t>
            </a:r>
            <a:r>
              <a:rPr lang="en-US" altLang="zh-CN" sz="1400" noProof="1">
                <a:solidFill>
                  <a:srgbClr val="000000">
                    <a:lumMod val="75000"/>
                    <a:lumOff val="25000"/>
                  </a:srgbClr>
                </a:solidFill>
                <a:sym typeface="+mn-ea"/>
              </a:rPr>
              <a:t>点击此处添加正文，言简意赅的阐述观点。点击此处添加正文，言简意赅的阐述观点。</a:t>
            </a:r>
          </a:p>
          <a:p>
            <a:pPr marL="285750" indent="-285750" eaLnBrk="1" fontAlgn="ctr" hangingPunct="1">
              <a:buClr>
                <a:srgbClr val="FFFFFF">
                  <a:lumMod val="85000"/>
                </a:srgbClr>
              </a:buClr>
              <a:buSzPct val="130000"/>
              <a:buFont typeface="Wingdings" panose="05000000000000000000" pitchFamily="2" charset="2"/>
              <a:buChar char="l"/>
              <a:defRPr/>
            </a:pPr>
            <a:r>
              <a:rPr lang="en-US" altLang="zh-CN" sz="1400" noProof="1">
                <a:solidFill>
                  <a:srgbClr val="000000">
                    <a:lumMod val="75000"/>
                    <a:lumOff val="25000"/>
                  </a:srgbClr>
                </a:solidFill>
                <a:sym typeface="+mn-ea"/>
              </a:rPr>
              <a:t>点击此处添加正文，言简意赅的阐述观点。点击此处添加正文，言简意赅的阐述观点。点击此处添加正文，言简意赅的阐述观点。</a:t>
            </a:r>
          </a:p>
          <a:p>
            <a:pPr marL="285750" indent="-285750" eaLnBrk="1" fontAlgn="ctr" hangingPunct="1">
              <a:buClr>
                <a:srgbClr val="FFFFFF">
                  <a:lumMod val="85000"/>
                </a:srgbClr>
              </a:buClr>
              <a:buSzPct val="130000"/>
              <a:buFont typeface="Wingdings" panose="05000000000000000000" pitchFamily="2" charset="2"/>
              <a:buChar char="l"/>
              <a:defRPr/>
            </a:pPr>
            <a:r>
              <a:rPr lang="en-US" altLang="zh-CN" sz="1400" noProof="1">
                <a:solidFill>
                  <a:srgbClr val="000000">
                    <a:lumMod val="75000"/>
                    <a:lumOff val="25000"/>
                  </a:srgbClr>
                </a:solidFill>
                <a:sym typeface="+mn-ea"/>
              </a:rPr>
              <a:t>点击此处添加正文，言简意赅的阐述观点。点击此处添加正文，言简意赅的阐述观点。点击此处添加正文，言简意赅的阐述观点。</a:t>
            </a:r>
            <a:endParaRPr lang="zh-CN" altLang="en-US" sz="1400" noProof="1">
              <a:solidFill>
                <a:srgbClr val="000000">
                  <a:lumMod val="75000"/>
                  <a:lumOff val="25000"/>
                </a:srgbClr>
              </a:solidFill>
              <a:sym typeface="+mn-ea"/>
            </a:endParaRP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24C94C91-8D4A-90A9-A013-FC542FC1F775}"/>
              </a:ext>
            </a:extLst>
          </p:cNvPr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xfrm>
            <a:off x="879475" y="6350000"/>
            <a:ext cx="2700338" cy="315913"/>
          </a:xfrm>
        </p:spPr>
        <p:txBody>
          <a:bodyPr wrap="square"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60FBDFE-C587-4B4C-A407-44438C67B59E}" type="datetimeFigureOut">
              <a:rPr lang="zh-CN" altLang="en-US" smtClean="0"/>
              <a:pPr>
                <a:defRPr/>
              </a:pPr>
              <a:t>2026/1/16</a:t>
            </a:fld>
            <a:endParaRPr lang="zh-CN" altLang="en-US"/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A0627FA0-1BB9-A5A3-4926-BD5269C025D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50000"/>
            <a:ext cx="3959225" cy="315913"/>
          </a:xfrm>
        </p:spPr>
        <p:txBody>
          <a:bodyPr wrap="square"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8" name="灯片编号占位符 10">
            <a:extLst>
              <a:ext uri="{FF2B5EF4-FFF2-40B4-BE49-F238E27FC236}">
                <a16:creationId xmlns:a16="http://schemas.microsoft.com/office/drawing/2014/main" id="{1D5287D3-3D05-3E8C-048A-C060D48F3E06}"/>
              </a:ext>
            </a:extLst>
          </p:cNvPr>
          <p:cNvSpPr>
            <a:spLocks noGrp="1" noChangeArrowheads="1"/>
          </p:cNvSpPr>
          <p:nvPr>
            <p:ph type="sldNum" sz="quarter" idx="12"/>
            <p:custDataLst>
              <p:tags r:id="rId6"/>
            </p:custDataLst>
          </p:nvPr>
        </p:nvSpPr>
        <p:spPr bwMode="auto">
          <a:xfrm>
            <a:off x="8610600" y="6350000"/>
            <a:ext cx="2700338" cy="31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fld id="{7A30A303-8227-4396-85AF-67B2E486D997}" type="slidenum">
              <a:rPr lang="zh-CN" altLang="en-US">
                <a:solidFill>
                  <a:srgbClr val="898989"/>
                </a:solidFill>
              </a:rPr>
              <a:pPr/>
              <a:t>5</a:t>
            </a:fld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14342" name="标题 3">
            <a:extLst>
              <a:ext uri="{FF2B5EF4-FFF2-40B4-BE49-F238E27FC236}">
                <a16:creationId xmlns:a16="http://schemas.microsoft.com/office/drawing/2014/main" id="{958FF511-8BEC-DF8E-5FE5-E34027E04EF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7"/>
            </p:custDataLst>
          </p:nvPr>
        </p:nvSpPr>
        <p:spPr>
          <a:xfrm>
            <a:off x="608013" y="384175"/>
            <a:ext cx="6873875" cy="706438"/>
          </a:xfrm>
        </p:spPr>
        <p:txBody>
          <a:bodyPr/>
          <a:lstStyle/>
          <a:p>
            <a:pPr fontAlgn="base">
              <a:defRPr/>
            </a:pPr>
            <a:r>
              <a:rPr>
                <a:sym typeface="微软雅黑" panose="020B0503020204020204" pitchFamily="34" charset="-122"/>
              </a:rPr>
              <a:t>单击此处添加标题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1">
            <a:extLst>
              <a:ext uri="{FF2B5EF4-FFF2-40B4-BE49-F238E27FC236}">
                <a16:creationId xmlns:a16="http://schemas.microsoft.com/office/drawing/2014/main" id="{C06F79B9-EF31-7B43-45E9-85F3FDDDDB9F}"/>
              </a:ext>
            </a:extLst>
          </p:cNvPr>
          <p:cNvSpPr>
            <a:spLocks noGrp="1" noChangeArrowheads="1"/>
          </p:cNvSpPr>
          <p:nvPr>
            <p:ph type="title" idx="13"/>
            <p:custDataLst>
              <p:tags r:id="rId2"/>
            </p:custDataLst>
          </p:nvPr>
        </p:nvSpPr>
        <p:spPr>
          <a:xfrm>
            <a:off x="3200400" y="2497138"/>
            <a:ext cx="5791200" cy="13985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b="1">
                <a:solidFill>
                  <a:srgbClr val="262626"/>
                </a:solidFill>
                <a:ea typeface="微软雅黑" panose="020B0503020204020204" pitchFamily="34" charset="-122"/>
              </a:rPr>
              <a:t>THANKS</a:t>
            </a:r>
            <a:endParaRPr b="1">
              <a:solidFill>
                <a:srgbClr val="262626"/>
              </a:solidFill>
            </a:endParaRPr>
          </a:p>
        </p:txBody>
      </p:sp>
      <p:sp>
        <p:nvSpPr>
          <p:cNvPr id="30722" name="文本占位符 2">
            <a:extLst>
              <a:ext uri="{FF2B5EF4-FFF2-40B4-BE49-F238E27FC236}">
                <a16:creationId xmlns:a16="http://schemas.microsoft.com/office/drawing/2014/main" id="{ACAEA6DF-AE65-6B9A-2A3F-14CF8146671F}"/>
              </a:ext>
            </a:extLst>
          </p:cNvPr>
          <p:cNvSpPr>
            <a:spLocks noGrp="1" noChangeArrowheads="1"/>
          </p:cNvSpPr>
          <p:nvPr>
            <p:ph type="body" idx="14"/>
            <p:custDataLst>
              <p:tags r:id="rId3"/>
            </p:custDataLst>
          </p:nvPr>
        </p:nvSpPr>
        <p:spPr>
          <a:xfrm>
            <a:off x="3200400" y="4003675"/>
            <a:ext cx="5791200" cy="476250"/>
          </a:xfrm>
        </p:spPr>
        <p:txBody>
          <a:bodyPr/>
          <a:lstStyle/>
          <a:p>
            <a:pPr eaLnBrk="1" hangingPunct="1">
              <a:defRPr/>
            </a:pPr>
            <a:r>
              <a:rPr>
                <a:solidFill>
                  <a:srgbClr val="595959"/>
                </a:solidFill>
              </a:rPr>
              <a:t>单击此处添加文本具体内容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195442564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195440932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195443108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4533_4"/>
  <p:tag name="KSO_WM_TEMPLATE_SUBCATEGORY" val="0"/>
  <p:tag name="KSO_WM_TEMPLATE_MASTER_TYPE" val="1"/>
  <p:tag name="KSO_WM_TEMPLATE_COLOR_TYPE" val="1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04533"/>
  <p:tag name="KSO_WM_SLIDE_LAYOUT" val="a_l"/>
  <p:tag name="KSO_WM_SLIDE_LAYOUT_CNT" val="1_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533_4*a*1"/>
  <p:tag name="KSO_WM_TEMPLATE_CATEGORY" val="custom"/>
  <p:tag name="KSO_WM_TEMPLATE_INDEX" val="2020453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04533_4*i*1"/>
  <p:tag name="KSO_WM_TEMPLATE_CATEGORY" val="custom"/>
  <p:tag name="KSO_WM_TEMPLATE_INDEX" val="20204533"/>
  <p:tag name="KSO_WM_UNIT_LAYERLEVEL" val="1"/>
  <p:tag name="KSO_WM_TAG_VERSION" val="1.0"/>
  <p:tag name="KSO_WM_BEAUTIFY_FLAG" val="#wm#"/>
  <p:tag name="KSO_WM_UNIT_USESOURCEFORMAT_APPL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04533_4*i*2"/>
  <p:tag name="KSO_WM_TEMPLATE_CATEGORY" val="custom"/>
  <p:tag name="KSO_WM_TEMPLATE_INDEX" val="20204533"/>
  <p:tag name="KSO_WM_UNIT_LAYERLEVEL" val="1"/>
  <p:tag name="KSO_WM_TAG_VERSION" val="1.0"/>
  <p:tag name="KSO_WM_BEAUTIFY_FLAG" val="#wm#"/>
  <p:tag name="KSO_WM_UNIT_USESOURCEFORMAT_APPL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04533_4*i*3"/>
  <p:tag name="KSO_WM_TEMPLATE_CATEGORY" val="custom"/>
  <p:tag name="KSO_WM_TEMPLATE_INDEX" val="20204533"/>
  <p:tag name="KSO_WM_UNIT_LAYERLEVEL" val="1"/>
  <p:tag name="KSO_WM_TAG_VERSION" val="1.0"/>
  <p:tag name="KSO_WM_BEAUTIFY_FLAG" val="#wm#"/>
  <p:tag name="KSO_WM_UNIT_USESOURCEFORMAT_APPL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4"/>
  <p:tag name="KSO_WM_UNIT_ID" val="custom20204533_4*i*4"/>
  <p:tag name="KSO_WM_TEMPLATE_CATEGORY" val="custom"/>
  <p:tag name="KSO_WM_TEMPLATE_INDEX" val="20204533"/>
  <p:tag name="KSO_WM_UNIT_LAYERLEVEL" val="1"/>
  <p:tag name="KSO_WM_TAG_VERSION" val="1.0"/>
  <p:tag name="KSO_WM_BEAUTIFY_FLAG" val="#wm#"/>
  <p:tag name="KSO_WM_UNIT_USESOURCEFORMAT_APPL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custom20204533_4*l_h_i*1_4_1"/>
  <p:tag name="KSO_WM_TEMPLATE_CATEGORY" val="custom"/>
  <p:tag name="KSO_WM_TEMPLATE_INDEX" val="20204533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custom20204533_4*l_h_i*1_4_1"/>
  <p:tag name="KSO_WM_TEMPLATE_CATEGORY" val="custom"/>
  <p:tag name="KSO_WM_TEMPLATE_INDEX" val="20204533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custom20204533_4*l_h_a*1_4_1"/>
  <p:tag name="KSO_WM_TEMPLATE_CATEGORY" val="custom"/>
  <p:tag name="KSO_WM_TEMPLATE_INDEX" val="20204533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32"/>
  <p:tag name="KSO_WM_UNIT_COLOR_SCHEME_PARENT_PAGE" val="0_4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04533_4*l_h_f*1_4_1"/>
  <p:tag name="KSO_WM_TEMPLATE_CATEGORY" val="custom"/>
  <p:tag name="KSO_WM_TEMPLATE_INDEX" val="20204533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04533_4*l_h_i*1_3_1"/>
  <p:tag name="KSO_WM_TEMPLATE_CATEGORY" val="custom"/>
  <p:tag name="KSO_WM_TEMPLATE_INDEX" val="20204533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custom20204533_4*l_h_i*1_3_1"/>
  <p:tag name="KSO_WM_TEMPLATE_CATEGORY" val="custom"/>
  <p:tag name="KSO_WM_TEMPLATE_INDEX" val="20204533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04533_4*l_h_a*1_3_1"/>
  <p:tag name="KSO_WM_TEMPLATE_CATEGORY" val="custom"/>
  <p:tag name="KSO_WM_TEMPLATE_INDEX" val="20204533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32"/>
  <p:tag name="KSO_WM_UNIT_COLOR_SCHEME_PARENT_PAGE" val="0_4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04533_4*l_h_f*1_3_1"/>
  <p:tag name="KSO_WM_TEMPLATE_CATEGORY" val="custom"/>
  <p:tag name="KSO_WM_TEMPLATE_INDEX" val="20204533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04533_4*l_h_i*1_2_1"/>
  <p:tag name="KSO_WM_TEMPLATE_CATEGORY" val="custom"/>
  <p:tag name="KSO_WM_TEMPLATE_INDEX" val="20204533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custom20204533_4*l_h_i*1_2_1"/>
  <p:tag name="KSO_WM_TEMPLATE_CATEGORY" val="custom"/>
  <p:tag name="KSO_WM_TEMPLATE_INDEX" val="20204533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custom20204533_4*l_h_a*1_2_1"/>
  <p:tag name="KSO_WM_TEMPLATE_CATEGORY" val="custom"/>
  <p:tag name="KSO_WM_TEMPLATE_INDEX" val="20204533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32"/>
  <p:tag name="KSO_WM_UNIT_COLOR_SCHEME_PARENT_PAGE" val="0_4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04533_4*l_h_f*1_2_1"/>
  <p:tag name="KSO_WM_TEMPLATE_CATEGORY" val="custom"/>
  <p:tag name="KSO_WM_TEMPLATE_INDEX" val="20204533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custom20204533_4*l_h_a*1_1_1"/>
  <p:tag name="KSO_WM_TEMPLATE_CATEGORY" val="custom"/>
  <p:tag name="KSO_WM_TEMPLATE_INDEX" val="20204533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32"/>
  <p:tag name="KSO_WM_UNIT_COLOR_SCHEME_PARENT_PAGE" val="0_4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4533_4*l_h_f*1_1_1"/>
  <p:tag name="KSO_WM_TEMPLATE_CATEGORY" val="custom"/>
  <p:tag name="KSO_WM_TEMPLATE_INDEX" val="20204533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04533_4*l_h_i*1_1_1"/>
  <p:tag name="KSO_WM_TEMPLATE_CATEGORY" val="custom"/>
  <p:tag name="KSO_WM_TEMPLATE_INDEX" val="20204533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4533_4*l_h_i*1_1_1"/>
  <p:tag name="KSO_WM_TEMPLATE_CATEGORY" val="custom"/>
  <p:tag name="KSO_WM_TEMPLATE_INDEX" val="20204533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LIDE_ID" val="custom20205081_13"/>
  <p:tag name="KSO_WM_TEMPLATE_SUBCATEGORY" val="19"/>
  <p:tag name="KSO_WM_TEMPLATE_MASTER_TYPE" val="0"/>
  <p:tag name="KSO_WM_TEMPLATE_COLOR_TYPE" val="1"/>
  <p:tag name="KSO_WM_SLIDE_ITEM_CNT" val="0"/>
  <p:tag name="KSO_WM_SLIDE_INDEX" val="13"/>
  <p:tag name="KSO_WM_TAG_VERSION" val="1.0"/>
  <p:tag name="KSO_WM_SLIDE_TYPE" val="text"/>
  <p:tag name="KSO_WM_SLIDE_SUBTYPE" val="pureTxt"/>
  <p:tag name="KSO_WM_SLIDE_SIZE" val="863*444"/>
  <p:tag name="KSO_WM_SLIDE_POSITION" val="47*47"/>
  <p:tag name="KSO_WM_SLIDE_LAYOUT" val="a_f"/>
  <p:tag name="KSO_WM_SLIDE_LAYOUT_CNT" val="1_1"/>
  <p:tag name="KSO_WM_UNIT_SHOW_EDIT_AREA_INDICATION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SHOW_EDIT_AREA_INDICATION" val="1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3*a*1"/>
  <p:tag name="KSO_WM_TEMPLATE_CATEGORY" val="custom"/>
  <p:tag name="KSO_WM_TEMPLATE_INDEX" val="20205081"/>
  <p:tag name="KSO_WM_UNIT_LAYERLEVEL" val="1"/>
  <p:tag name="KSO_WM_TAG_VERSION" val="1.0"/>
  <p:tag name="KSO_WM_BEAUTIFY_FLAG" val="#wm#"/>
  <p:tag name="KSO_WM_UNIT_ISNUMDGMTITLE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单击此处添加正文"/>
  <p:tag name="KSO_WM_UNIT_NOCLEAR" val="0"/>
  <p:tag name="KSO_WM_UNIT_SHOW_EDIT_AREA_INDICATION" val="1"/>
  <p:tag name="KSO_WM_UNIT_VALUE" val="68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5081_13*f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点击此处添加正文，文字是您思想的提炼，为了演示发布的良好效果，请言简意赅的阐述您的观点。您的正文已经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"/>
  <p:tag name="KSO_WM_UNIT_NOCLEAR" val="0"/>
  <p:tag name="KSO_WM_UNIT_VALUE" val="29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846_1*f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568"/>
  <p:tag name="KSO_WM_SLIDE_ID" val="diagram20202568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1024*543"/>
  <p:tag name="KSO_WM_SLIDE_POSITION" val="-25*0"/>
  <p:tag name="KSO_WM_TAG_VERSION" val="1.0"/>
  <p:tag name="KSO_WM_SLIDE_LAYOUT" val="a_f"/>
  <p:tag name="KSO_WM_SLIDE_LAYOUT_CNT" val="1_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_V2" val="d-5-1"/>
  <p:tag name="KSO_WM_UNIT_PRESET_TEXT" val="点击此处添加正文，文字是您思想的提炼，请言简意赅的阐述您的观点。&#10;根据需要您可以酌情增减文字，以便观者可以准确的理解您所传达的完整信息。为了最终演示发布的良好效果，请您尽量提炼思想的精髓。&#10;点击此处添加正文，文字是您思想的提炼，请言简意赅的阐述您的观点。&#10;根据需要您可以酌情增减文字，以便观者可以准确的理解您所传达的完整信息。为了最终演示发布的良好效果，请您尽量提炼思想的精髓。"/>
  <p:tag name="KSO_WM_UNIT_NOCLEAR" val="1"/>
  <p:tag name="KSO_WM_UNIT_VALUE" val="147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diagram20202568_1*f*2"/>
  <p:tag name="KSO_WM_TEMPLATE_CATEGORY" val="diagram"/>
  <p:tag name="KSO_WM_TEMPLATE_INDEX" val="20202568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_V2" val="d-5-1"/>
  <p:tag name="KSO_WM_UNIT_PRESET_TEXT" val="点击此处添加正文，文字是您思想的提炼，请言简意赅的阐述您的观点。&#10;根据需要您可以酌情增减文字，以便观者可以准确的理解您所传达的完整信息。为了最终演示发布的良好效果，请您尽量提炼思想的精髓。&#10;点击此处添加正文，文字是您思想的提炼，请言简意赅的阐述您的观点。&#10;根据需要您可以酌情增减文字，以便观者可以准确的理解您所传达的完整信息。为了最终演示发布的良好效果，请您尽量提炼思想的精髓。"/>
  <p:tag name="KSO_WM_UNIT_NOCLEAR" val="1"/>
  <p:tag name="KSO_WM_UNIT_VALUE" val="147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2568_1*f*1"/>
  <p:tag name="KSO_WM_TEMPLATE_CATEGORY" val="diagram"/>
  <p:tag name="KSO_WM_TEMPLATE_INDEX" val="20202568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SHOW_EDIT_AREA_INDICATION" val="1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3*a*1"/>
  <p:tag name="KSO_WM_TEMPLATE_CATEGORY" val="custom"/>
  <p:tag name="KSO_WM_TEMPLATE_INDEX" val="20205081"/>
  <p:tag name="KSO_WM_UNIT_LAYERLEVEL" val="1"/>
  <p:tag name="KSO_WM_TAG_VERSION" val="1.0"/>
  <p:tag name="KSO_WM_BEAUTIFY_FLAG" val="#wm#"/>
  <p:tag name="KSO_WM_UNIT_ISNUMDGMTITLE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4319_43"/>
  <p:tag name="KSO_WM_TEMPLATE_SUBCATEGORY" val="0"/>
  <p:tag name="KSO_WM_TEMPLATE_MASTER_TYPE" val="1"/>
  <p:tag name="KSO_WM_TEMPLATE_COLOR_TYPE" val="1"/>
  <p:tag name="KSO_WM_SLIDE_TYPE" val="endPage"/>
  <p:tag name="KSO_WM_SLIDE_SUBTYPE" val="pureTxt"/>
  <p:tag name="KSO_WM_SLIDE_ITEM_CNT" val="0"/>
  <p:tag name="KSO_WM_SLIDE_INDEX" val="43"/>
  <p:tag name="KSO_WM_TAG_VERSION" val="1.0"/>
  <p:tag name="KSO_WM_BEAUTIFY_FLAG" val="#wm#"/>
  <p:tag name="KSO_WM_TEMPLATE_CATEGORY" val="custom"/>
  <p:tag name="KSO_WM_TEMPLATE_INDEX" val="20204319"/>
  <p:tag name="KSO_WM_SLIDE_LAYOUT" val="a_b"/>
  <p:tag name="KSO_WM_SLIDE_LAYOUT_CNT" val="1_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319_43*a*1"/>
  <p:tag name="KSO_WM_TEMPLATE_CATEGORY" val="custom"/>
  <p:tag name="KSO_WM_TEMPLATE_INDEX" val="20204319"/>
  <p:tag name="KSO_WM_UNIT_LAYERLEVEL" val="1"/>
  <p:tag name="KSO_WM_TAG_VERSION" val="1.0"/>
  <p:tag name="KSO_WM_BEAUTIFY_FLAG" val="#wm#"/>
  <p:tag name="KSO_WM_UNIT_PRESET_TEXT" val="THANKS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4319_43*b*1"/>
  <p:tag name="KSO_WM_TEMPLATE_CATEGORY" val="custom"/>
  <p:tag name="KSO_WM_TEMPLATE_INDEX" val="20204319"/>
  <p:tag name="KSO_WM_UNIT_LAYERLEVEL" val="1"/>
  <p:tag name="KSO_WM_TAG_VERSION" val="1.0"/>
  <p:tag name="KSO_WM_BEAUTIFY_FLAG" val="#wm#"/>
  <p:tag name="KSO_WM_UNIT_PRESET_TEXT" val="单击此处添加文本具体内容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348</Words>
  <Application>Microsoft Office PowerPoint</Application>
  <PresentationFormat>宽屏</PresentationFormat>
  <Paragraphs>46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汉仪旗黑-85S</vt:lpstr>
      <vt:lpstr>微软雅黑</vt:lpstr>
      <vt:lpstr>Arial</vt:lpstr>
      <vt:lpstr>Calibri</vt:lpstr>
      <vt:lpstr>Wingdings</vt:lpstr>
      <vt:lpstr>Office 主题​​</vt:lpstr>
      <vt:lpstr>材料与化学学院宣讲会</vt:lpstr>
      <vt:lpstr>PowerPoint 演示文稿</vt:lpstr>
      <vt:lpstr>编辑标题</vt:lpstr>
      <vt:lpstr>单击此处添加标题</vt:lpstr>
      <vt:lpstr>单击此处添加标题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陈墨城</dc:creator>
  <cp:lastModifiedBy>墨城 陈</cp:lastModifiedBy>
  <cp:revision>168</cp:revision>
  <dcterms:created xsi:type="dcterms:W3CDTF">2019-06-19T02:08:00Z</dcterms:created>
  <dcterms:modified xsi:type="dcterms:W3CDTF">2026-01-16T09:59:40Z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2052-11.1.0.10503</vt:lpwstr>
  </property>
  <property fmtid="{D5CDD505-2E9C-101B-9397-08002B2CF9AE}" pid="3" name="ICV">
    <vt:lpwstr>7DD406828785486299B606DC5B22F7C4</vt:lpwstr>
  </property>
</Properties>
</file>